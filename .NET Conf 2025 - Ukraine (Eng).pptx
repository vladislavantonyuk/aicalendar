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971" r:id="rId4"/>
  </p:sldMasterIdLst>
  <p:notesMasterIdLst>
    <p:notesMasterId r:id="rId37"/>
  </p:notesMasterIdLst>
  <p:handoutMasterIdLst>
    <p:handoutMasterId r:id="rId38"/>
  </p:handoutMasterIdLst>
  <p:sldIdLst>
    <p:sldId id="5308" r:id="rId5"/>
    <p:sldId id="2076138272" r:id="rId6"/>
    <p:sldId id="2076138236" r:id="rId7"/>
    <p:sldId id="2076138291" r:id="rId8"/>
    <p:sldId id="2076138292" r:id="rId9"/>
    <p:sldId id="2076138284" r:id="rId10"/>
    <p:sldId id="2076138275" r:id="rId11"/>
    <p:sldId id="2076138286" r:id="rId12"/>
    <p:sldId id="2076138285" r:id="rId13"/>
    <p:sldId id="2076138276" r:id="rId14"/>
    <p:sldId id="2076138277" r:id="rId15"/>
    <p:sldId id="2076138279" r:id="rId16"/>
    <p:sldId id="2076138280" r:id="rId17"/>
    <p:sldId id="2076138281" r:id="rId18"/>
    <p:sldId id="2076138293" r:id="rId19"/>
    <p:sldId id="2076138294" r:id="rId20"/>
    <p:sldId id="2076138249" r:id="rId21"/>
    <p:sldId id="2076138259" r:id="rId22"/>
    <p:sldId id="2076138260" r:id="rId23"/>
    <p:sldId id="2076138261" r:id="rId24"/>
    <p:sldId id="2076138287" r:id="rId25"/>
    <p:sldId id="2076138288" r:id="rId26"/>
    <p:sldId id="2076138289" r:id="rId27"/>
    <p:sldId id="2076138283" r:id="rId28"/>
    <p:sldId id="2076138295" r:id="rId29"/>
    <p:sldId id="2076138273" r:id="rId30"/>
    <p:sldId id="2076138263" r:id="rId31"/>
    <p:sldId id="2076138264" r:id="rId32"/>
    <p:sldId id="2076138269" r:id="rId33"/>
    <p:sldId id="2076138274" r:id="rId34"/>
    <p:sldId id="2076138290" r:id="rId35"/>
    <p:sldId id="2076138267" r:id="rId36"/>
  </p:sldIdLst>
  <p:sldSz cx="18288000" cy="10288588"/>
  <p:notesSz cx="6858000" cy="9144000"/>
  <p:custDataLst>
    <p:tags r:id="rId39"/>
  </p:custDataLst>
  <p:defaultTextStyle>
    <a:defPPr>
      <a:defRPr lang="ru-RU"/>
    </a:defPPr>
    <a:lvl1pPr marL="0" algn="l" defTabSz="1371662" rtl="0" eaLnBrk="1" latinLnBrk="0" hangingPunct="1">
      <a:defRPr sz="2701" kern="1200">
        <a:solidFill>
          <a:schemeClr val="tx1"/>
        </a:solidFill>
        <a:latin typeface="+mn-lt"/>
        <a:ea typeface="+mn-ea"/>
        <a:cs typeface="+mn-cs"/>
      </a:defRPr>
    </a:lvl1pPr>
    <a:lvl2pPr marL="685831" algn="l" defTabSz="1371662" rtl="0" eaLnBrk="1" latinLnBrk="0" hangingPunct="1">
      <a:defRPr sz="2701" kern="1200">
        <a:solidFill>
          <a:schemeClr val="tx1"/>
        </a:solidFill>
        <a:latin typeface="+mn-lt"/>
        <a:ea typeface="+mn-ea"/>
        <a:cs typeface="+mn-cs"/>
      </a:defRPr>
    </a:lvl2pPr>
    <a:lvl3pPr marL="1371662" algn="l" defTabSz="1371662" rtl="0" eaLnBrk="1" latinLnBrk="0" hangingPunct="1">
      <a:defRPr sz="2701" kern="1200">
        <a:solidFill>
          <a:schemeClr val="tx1"/>
        </a:solidFill>
        <a:latin typeface="+mn-lt"/>
        <a:ea typeface="+mn-ea"/>
        <a:cs typeface="+mn-cs"/>
      </a:defRPr>
    </a:lvl3pPr>
    <a:lvl4pPr marL="2057493" algn="l" defTabSz="1371662" rtl="0" eaLnBrk="1" latinLnBrk="0" hangingPunct="1">
      <a:defRPr sz="2701" kern="1200">
        <a:solidFill>
          <a:schemeClr val="tx1"/>
        </a:solidFill>
        <a:latin typeface="+mn-lt"/>
        <a:ea typeface="+mn-ea"/>
        <a:cs typeface="+mn-cs"/>
      </a:defRPr>
    </a:lvl4pPr>
    <a:lvl5pPr marL="2743324" algn="l" defTabSz="1371662" rtl="0" eaLnBrk="1" latinLnBrk="0" hangingPunct="1">
      <a:defRPr sz="2701" kern="1200">
        <a:solidFill>
          <a:schemeClr val="tx1"/>
        </a:solidFill>
        <a:latin typeface="+mn-lt"/>
        <a:ea typeface="+mn-ea"/>
        <a:cs typeface="+mn-cs"/>
      </a:defRPr>
    </a:lvl5pPr>
    <a:lvl6pPr marL="3429155" algn="l" defTabSz="1371662" rtl="0" eaLnBrk="1" latinLnBrk="0" hangingPunct="1">
      <a:defRPr sz="2701" kern="1200">
        <a:solidFill>
          <a:schemeClr val="tx1"/>
        </a:solidFill>
        <a:latin typeface="+mn-lt"/>
        <a:ea typeface="+mn-ea"/>
        <a:cs typeface="+mn-cs"/>
      </a:defRPr>
    </a:lvl6pPr>
    <a:lvl7pPr marL="4114986" algn="l" defTabSz="1371662" rtl="0" eaLnBrk="1" latinLnBrk="0" hangingPunct="1">
      <a:defRPr sz="2701" kern="1200">
        <a:solidFill>
          <a:schemeClr val="tx1"/>
        </a:solidFill>
        <a:latin typeface="+mn-lt"/>
        <a:ea typeface="+mn-ea"/>
        <a:cs typeface="+mn-cs"/>
      </a:defRPr>
    </a:lvl7pPr>
    <a:lvl8pPr marL="4800817" algn="l" defTabSz="1371662" rtl="0" eaLnBrk="1" latinLnBrk="0" hangingPunct="1">
      <a:defRPr sz="2701" kern="1200">
        <a:solidFill>
          <a:schemeClr val="tx1"/>
        </a:solidFill>
        <a:latin typeface="+mn-lt"/>
        <a:ea typeface="+mn-ea"/>
        <a:cs typeface="+mn-cs"/>
      </a:defRPr>
    </a:lvl8pPr>
    <a:lvl9pPr marL="5486648" algn="l" defTabSz="1371662" rtl="0" eaLnBrk="1" latinLnBrk="0" hangingPunct="1">
      <a:defRPr sz="2701" kern="1200">
        <a:solidFill>
          <a:schemeClr val="tx1"/>
        </a:solidFill>
        <a:latin typeface="+mn-lt"/>
        <a:ea typeface="+mn-ea"/>
        <a:cs typeface="+mn-cs"/>
      </a:defRPr>
    </a:lvl9pPr>
  </p:defaultTextStyle>
  <p:extLst>
    <p:ext uri="{EFAFB233-063F-42B5-8137-9DF3F51BA10A}">
      <p15:sldGuideLst xmlns:p15="http://schemas.microsoft.com/office/powerpoint/2012/main">
        <p15:guide id="5" orient="horz" userDrawn="1">
          <p15:clr>
            <a:srgbClr val="A4A3A4"/>
          </p15:clr>
        </p15:guide>
        <p15:guide id="6" pos="5736" userDrawn="1">
          <p15:clr>
            <a:srgbClr val="A4A3A4"/>
          </p15:clr>
        </p15:guide>
        <p15:guide id="7" orient="horz" pos="4633"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72E9C2A-70AF-2BB6-560A-C7C8DD90BD66}" name="Dinara Zhurgunova" initials="DZ" userId="S::dinara.zhurgunova@dataart.com::64c455c2-071d-44d4-a431-183a980f5fa8" providerId="AD"/>
  <p188:author id="{3C717A6C-5750-509B-79C4-7765774805B5}" name="Gareth Tedford" initials="GT" userId="S::gareth.tedford@dataart.com::3806e0ca-65db-4238-ba8c-88f2765f9c2c"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Svetlana Komarova" initials="SK" lastIdx="34" clrIdx="0"/>
  <p:cmAuthor id="2" name="Luba Kabrits" initials="LK" lastIdx="9" clrIdx="1">
    <p:extLst>
      <p:ext uri="{19B8F6BF-5375-455C-9EA6-DF929625EA0E}">
        <p15:presenceInfo xmlns:p15="http://schemas.microsoft.com/office/powerpoint/2012/main" userId="S-1-5-21-1227322100-1798780813-526660263-1102" providerId="AD"/>
      </p:ext>
    </p:extLst>
  </p:cmAuthor>
  <p:cmAuthor id="3" name="Simon" initials="L" lastIdx="24" clrIdx="2">
    <p:extLst>
      <p:ext uri="{19B8F6BF-5375-455C-9EA6-DF929625EA0E}">
        <p15:presenceInfo xmlns:p15="http://schemas.microsoft.com/office/powerpoint/2012/main" userId="Simo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F4FF"/>
    <a:srgbClr val="ECF6FF"/>
    <a:srgbClr val="5834AD"/>
    <a:srgbClr val="028866"/>
    <a:srgbClr val="239CC4"/>
    <a:srgbClr val="0CCCCC"/>
    <a:srgbClr val="EDEBED"/>
    <a:srgbClr val="FFDE55"/>
    <a:srgbClr val="B0E6E5"/>
    <a:srgbClr val="B0E5E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27F97BB-C833-4FB7-BDE5-3F7075034690}" styleName="Themed Style 2 - Accent 5">
    <a:tblBg>
      <a:fillRef idx="3">
        <a:schemeClr val="accent5"/>
      </a:fillRef>
      <a:effectRef idx="3">
        <a:schemeClr val="accent5"/>
      </a:effectRef>
    </a:tblBg>
    <a:wholeTbl>
      <a:tcTxStyle>
        <a:fontRef idx="minor">
          <a:scrgbClr r="0" g="0" b="0"/>
        </a:fontRef>
        <a:schemeClr val="lt1"/>
      </a:tcTxStyle>
      <a:tcStyle>
        <a:tcBdr>
          <a:left>
            <a:lnRef idx="1">
              <a:schemeClr val="accent5">
                <a:tint val="50000"/>
              </a:schemeClr>
            </a:lnRef>
          </a:left>
          <a:right>
            <a:lnRef idx="1">
              <a:schemeClr val="accent5">
                <a:tint val="50000"/>
              </a:schemeClr>
            </a:lnRef>
          </a:right>
          <a:top>
            <a:lnRef idx="1">
              <a:schemeClr val="accent5">
                <a:tint val="50000"/>
              </a:schemeClr>
            </a:lnRef>
          </a:top>
          <a:bottom>
            <a:lnRef idx="1">
              <a:schemeClr val="accent5">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762" autoAdjust="0"/>
    <p:restoredTop sz="89438" autoAdjust="0"/>
  </p:normalViewPr>
  <p:slideViewPr>
    <p:cSldViewPr snapToGrid="0" snapToObjects="1" showGuides="1">
      <p:cViewPr varScale="1">
        <p:scale>
          <a:sx n="109" d="100"/>
          <a:sy n="109" d="100"/>
        </p:scale>
        <p:origin x="322" y="110"/>
      </p:cViewPr>
      <p:guideLst>
        <p:guide orient="horz"/>
        <p:guide pos="5736"/>
        <p:guide orient="horz" pos="4633"/>
      </p:guideLst>
    </p:cSldViewPr>
  </p:slideViewPr>
  <p:outlineViewPr>
    <p:cViewPr>
      <p:scale>
        <a:sx n="33" d="100"/>
        <a:sy n="33" d="100"/>
      </p:scale>
      <p:origin x="0" y="-12520"/>
    </p:cViewPr>
  </p:outlineViewPr>
  <p:notesTextViewPr>
    <p:cViewPr>
      <p:scale>
        <a:sx n="1" d="1"/>
        <a:sy n="1" d="1"/>
      </p:scale>
      <p:origin x="0" y="0"/>
    </p:cViewPr>
  </p:notesTextViewPr>
  <p:sorterViewPr>
    <p:cViewPr>
      <p:scale>
        <a:sx n="30" d="100"/>
        <a:sy n="30" d="100"/>
      </p:scale>
      <p:origin x="0" y="0"/>
    </p:cViewPr>
  </p:sorterViewPr>
  <p:notesViewPr>
    <p:cSldViewPr snapToGrid="0" snapToObjects="1" showGuides="1">
      <p:cViewPr varScale="1">
        <p:scale>
          <a:sx n="72" d="100"/>
          <a:sy n="72" d="100"/>
        </p:scale>
        <p:origin x="3024" y="19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ags" Target="tags/tag1.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notesMaster" Target="notesMasters/notesMaster1.xml"/><Relationship Id="rId40" Type="http://schemas.openxmlformats.org/officeDocument/2006/relationships/commentAuthors" Target="commentAuthors.xml"/><Relationship Id="rId45" Type="http://schemas.microsoft.com/office/2018/10/relationships/authors" Targe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theme" Target="theme/theme1.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handoutMaster" Target="handoutMasters/handoutMaster1.xml"/><Relationship Id="rId20" Type="http://schemas.openxmlformats.org/officeDocument/2006/relationships/slide" Target="slides/slide16.xml"/><Relationship Id="rId41"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a:extLst>
              <a:ext uri="{FF2B5EF4-FFF2-40B4-BE49-F238E27FC236}">
                <a16:creationId xmlns:a16="http://schemas.microsoft.com/office/drawing/2014/main" id="{CA9AEF9C-9EAA-43ED-AB0C-F5D65E5451DE}"/>
              </a:ext>
            </a:extLst>
          </p:cNvPr>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a:extLst>
              <a:ext uri="{FF2B5EF4-FFF2-40B4-BE49-F238E27FC236}">
                <a16:creationId xmlns:a16="http://schemas.microsoft.com/office/drawing/2014/main" id="{115968ED-7729-4DFF-B474-AE62CFCD2600}"/>
              </a:ext>
            </a:extLst>
          </p:cNvPr>
          <p:cNvSpPr>
            <a:spLocks noGrp="1"/>
          </p:cNvSpPr>
          <p:nvPr>
            <p:ph type="dt" sz="quarter" idx="1"/>
          </p:nvPr>
        </p:nvSpPr>
        <p:spPr>
          <a:xfrm>
            <a:off x="3884613" y="1"/>
            <a:ext cx="2971800" cy="458788"/>
          </a:xfrm>
          <a:prstGeom prst="rect">
            <a:avLst/>
          </a:prstGeom>
        </p:spPr>
        <p:txBody>
          <a:bodyPr vert="horz" lIns="91440" tIns="45720" rIns="91440" bIns="45720" rtlCol="0"/>
          <a:lstStyle>
            <a:lvl1pPr algn="r">
              <a:defRPr sz="1200"/>
            </a:lvl1pPr>
          </a:lstStyle>
          <a:p>
            <a:fld id="{70782D12-8E76-4BF7-B04D-25028A212136}" type="datetimeFigureOut">
              <a:rPr lang="ru-RU" smtClean="0"/>
              <a:t>01.11.2025</a:t>
            </a:fld>
            <a:endParaRPr lang="ru-RU"/>
          </a:p>
        </p:txBody>
      </p:sp>
      <p:sp>
        <p:nvSpPr>
          <p:cNvPr id="4" name="Нижний колонтитул 3">
            <a:extLst>
              <a:ext uri="{FF2B5EF4-FFF2-40B4-BE49-F238E27FC236}">
                <a16:creationId xmlns:a16="http://schemas.microsoft.com/office/drawing/2014/main" id="{A1C6160A-5D9D-4669-AB8F-E0701BFB5D3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5" name="Номер слайда 4">
            <a:extLst>
              <a:ext uri="{FF2B5EF4-FFF2-40B4-BE49-F238E27FC236}">
                <a16:creationId xmlns:a16="http://schemas.microsoft.com/office/drawing/2014/main" id="{9D3E5B9B-FFD7-456A-B820-8AB841C7B4F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5FEC947-5780-466A-9FE8-509B7E7AD1E1}" type="slidenum">
              <a:rPr lang="ru-RU" smtClean="0"/>
              <a:t>‹#›</a:t>
            </a:fld>
            <a:endParaRPr lang="ru-RU"/>
          </a:p>
        </p:txBody>
      </p:sp>
    </p:spTree>
    <p:extLst>
      <p:ext uri="{BB962C8B-B14F-4D97-AF65-F5344CB8AC3E}">
        <p14:creationId xmlns:p14="http://schemas.microsoft.com/office/powerpoint/2010/main" val="13931462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1"/>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1"/>
            <a:ext cx="2971800" cy="458788"/>
          </a:xfrm>
          <a:prstGeom prst="rect">
            <a:avLst/>
          </a:prstGeom>
        </p:spPr>
        <p:txBody>
          <a:bodyPr vert="horz" lIns="91440" tIns="45720" rIns="91440" bIns="45720" rtlCol="0"/>
          <a:lstStyle>
            <a:lvl1pPr algn="r">
              <a:defRPr sz="1200"/>
            </a:lvl1pPr>
          </a:lstStyle>
          <a:p>
            <a:fld id="{78E4AAA6-B921-3542-8173-0DD764489E8A}" type="datetimeFigureOut">
              <a:rPr lang="ru-RU" smtClean="0"/>
              <a:t>01.11.2025</a:t>
            </a:fld>
            <a:endParaRPr lang="ru-RU"/>
          </a:p>
        </p:txBody>
      </p:sp>
      <p:sp>
        <p:nvSpPr>
          <p:cNvPr id="4" name="Образ слайда 3"/>
          <p:cNvSpPr>
            <a:spLocks noGrp="1" noRot="1" noChangeAspect="1"/>
          </p:cNvSpPr>
          <p:nvPr>
            <p:ph type="sldImg" idx="2"/>
          </p:nvPr>
        </p:nvSpPr>
        <p:spPr>
          <a:xfrm>
            <a:off x="687388" y="1143000"/>
            <a:ext cx="5483225"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49"/>
            <a:ext cx="5486400" cy="3600451"/>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2DAF58-8BBF-5942-9EE2-B93E2FFABF91}" type="slidenum">
              <a:rPr lang="ru-RU" smtClean="0"/>
              <a:t>‹#›</a:t>
            </a:fld>
            <a:endParaRPr lang="ru-RU"/>
          </a:p>
        </p:txBody>
      </p:sp>
    </p:spTree>
    <p:extLst>
      <p:ext uri="{BB962C8B-B14F-4D97-AF65-F5344CB8AC3E}">
        <p14:creationId xmlns:p14="http://schemas.microsoft.com/office/powerpoint/2010/main" val="1760099444"/>
      </p:ext>
    </p:extLst>
  </p:cSld>
  <p:clrMap bg1="lt1" tx1="dk1" bg2="lt2" tx2="dk2" accent1="accent1" accent2="accent2" accent3="accent3" accent4="accent4" accent5="accent5" accent6="accent6" hlink="hlink" folHlink="folHlink"/>
  <p:notesStyle>
    <a:lvl1pPr marL="0" algn="l" defTabSz="1371662" rtl="0" eaLnBrk="1" latinLnBrk="0" hangingPunct="1">
      <a:defRPr sz="1800" kern="1200">
        <a:solidFill>
          <a:schemeClr val="tx1"/>
        </a:solidFill>
        <a:latin typeface="+mn-lt"/>
        <a:ea typeface="+mn-ea"/>
        <a:cs typeface="+mn-cs"/>
      </a:defRPr>
    </a:lvl1pPr>
    <a:lvl2pPr marL="685831" algn="l" defTabSz="1371662" rtl="0" eaLnBrk="1" latinLnBrk="0" hangingPunct="1">
      <a:defRPr sz="1800" kern="1200">
        <a:solidFill>
          <a:schemeClr val="tx1"/>
        </a:solidFill>
        <a:latin typeface="+mn-lt"/>
        <a:ea typeface="+mn-ea"/>
        <a:cs typeface="+mn-cs"/>
      </a:defRPr>
    </a:lvl2pPr>
    <a:lvl3pPr marL="1371662" algn="l" defTabSz="1371662" rtl="0" eaLnBrk="1" latinLnBrk="0" hangingPunct="1">
      <a:defRPr sz="1800" kern="1200">
        <a:solidFill>
          <a:schemeClr val="tx1"/>
        </a:solidFill>
        <a:latin typeface="+mn-lt"/>
        <a:ea typeface="+mn-ea"/>
        <a:cs typeface="+mn-cs"/>
      </a:defRPr>
    </a:lvl3pPr>
    <a:lvl4pPr marL="2057493" algn="l" defTabSz="1371662" rtl="0" eaLnBrk="1" latinLnBrk="0" hangingPunct="1">
      <a:defRPr sz="1800" kern="1200">
        <a:solidFill>
          <a:schemeClr val="tx1"/>
        </a:solidFill>
        <a:latin typeface="+mn-lt"/>
        <a:ea typeface="+mn-ea"/>
        <a:cs typeface="+mn-cs"/>
      </a:defRPr>
    </a:lvl4pPr>
    <a:lvl5pPr marL="2743324" algn="l" defTabSz="1371662" rtl="0" eaLnBrk="1" latinLnBrk="0" hangingPunct="1">
      <a:defRPr sz="1800" kern="1200">
        <a:solidFill>
          <a:schemeClr val="tx1"/>
        </a:solidFill>
        <a:latin typeface="+mn-lt"/>
        <a:ea typeface="+mn-ea"/>
        <a:cs typeface="+mn-cs"/>
      </a:defRPr>
    </a:lvl5pPr>
    <a:lvl6pPr marL="3429155" algn="l" defTabSz="1371662" rtl="0" eaLnBrk="1" latinLnBrk="0" hangingPunct="1">
      <a:defRPr sz="1800" kern="1200">
        <a:solidFill>
          <a:schemeClr val="tx1"/>
        </a:solidFill>
        <a:latin typeface="+mn-lt"/>
        <a:ea typeface="+mn-ea"/>
        <a:cs typeface="+mn-cs"/>
      </a:defRPr>
    </a:lvl6pPr>
    <a:lvl7pPr marL="4114986" algn="l" defTabSz="1371662" rtl="0" eaLnBrk="1" latinLnBrk="0" hangingPunct="1">
      <a:defRPr sz="1800" kern="1200">
        <a:solidFill>
          <a:schemeClr val="tx1"/>
        </a:solidFill>
        <a:latin typeface="+mn-lt"/>
        <a:ea typeface="+mn-ea"/>
        <a:cs typeface="+mn-cs"/>
      </a:defRPr>
    </a:lvl7pPr>
    <a:lvl8pPr marL="4800817" algn="l" defTabSz="1371662" rtl="0" eaLnBrk="1" latinLnBrk="0" hangingPunct="1">
      <a:defRPr sz="1800" kern="1200">
        <a:solidFill>
          <a:schemeClr val="tx1"/>
        </a:solidFill>
        <a:latin typeface="+mn-lt"/>
        <a:ea typeface="+mn-ea"/>
        <a:cs typeface="+mn-cs"/>
      </a:defRPr>
    </a:lvl8pPr>
    <a:lvl9pPr marL="5486648" algn="l" defTabSz="1371662" rtl="0" eaLnBrk="1" latinLnBrk="0" hangingPunct="1">
      <a:defRPr sz="18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dirty="0" err="1">
                <a:solidFill>
                  <a:srgbClr val="C9D1D9"/>
                </a:solidFill>
                <a:effectLst/>
                <a:latin typeface="-apple-system"/>
              </a:rPr>
              <a:t>AICalendar</a:t>
            </a:r>
            <a:r>
              <a:rPr lang="en-US" b="0" i="0" dirty="0">
                <a:solidFill>
                  <a:srgbClr val="C9D1D9"/>
                </a:solidFill>
                <a:effectLst/>
                <a:latin typeface="-apple-system"/>
              </a:rPr>
              <a:t> is a cross-platform AI-powered calendar application built with .NET MAUI and </a:t>
            </a:r>
            <a:r>
              <a:rPr lang="en-US" b="0" i="0" dirty="0" err="1">
                <a:solidFill>
                  <a:srgbClr val="C9D1D9"/>
                </a:solidFill>
                <a:effectLst/>
                <a:latin typeface="-apple-system"/>
              </a:rPr>
              <a:t>Blazor</a:t>
            </a:r>
            <a:r>
              <a:rPr lang="en-US" b="0" i="0" dirty="0">
                <a:solidFill>
                  <a:srgbClr val="C9D1D9"/>
                </a:solidFill>
                <a:effectLst/>
                <a:latin typeface="-apple-system"/>
              </a:rPr>
              <a:t>. It helps users efficiently manage their schedules, appointments, and events with intelligent features and a modern user experience.</a:t>
            </a:r>
          </a:p>
          <a:p>
            <a:endParaRPr lang="en-US" dirty="0"/>
          </a:p>
        </p:txBody>
      </p:sp>
      <p:sp>
        <p:nvSpPr>
          <p:cNvPr id="4" name="Slide Number Placeholder 3"/>
          <p:cNvSpPr>
            <a:spLocks noGrp="1"/>
          </p:cNvSpPr>
          <p:nvPr>
            <p:ph type="sldNum" sz="quarter" idx="5"/>
          </p:nvPr>
        </p:nvSpPr>
        <p:spPr/>
        <p:txBody>
          <a:bodyPr/>
          <a:lstStyle/>
          <a:p>
            <a:fld id="{BD2DAF58-8BBF-5942-9EE2-B93E2FFABF91}" type="slidenum">
              <a:rPr lang="ru-RU" smtClean="0"/>
              <a:t>3</a:t>
            </a:fld>
            <a:endParaRPr lang="ru-RU"/>
          </a:p>
        </p:txBody>
      </p:sp>
    </p:spTree>
    <p:extLst>
      <p:ext uri="{BB962C8B-B14F-4D97-AF65-F5344CB8AC3E}">
        <p14:creationId xmlns:p14="http://schemas.microsoft.com/office/powerpoint/2010/main" val="28341108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reduces the need for explicit .</a:t>
            </a:r>
            <a:r>
              <a:rPr lang="en-US" dirty="0" err="1"/>
              <a:t>AsSpan</a:t>
            </a:r>
            <a:r>
              <a:rPr lang="en-US" dirty="0"/>
              <a:t>() </a:t>
            </a:r>
          </a:p>
        </p:txBody>
      </p:sp>
      <p:sp>
        <p:nvSpPr>
          <p:cNvPr id="4" name="Slide Number Placeholder 3"/>
          <p:cNvSpPr>
            <a:spLocks noGrp="1"/>
          </p:cNvSpPr>
          <p:nvPr>
            <p:ph type="sldNum" sz="quarter" idx="5"/>
          </p:nvPr>
        </p:nvSpPr>
        <p:spPr/>
        <p:txBody>
          <a:bodyPr/>
          <a:lstStyle/>
          <a:p>
            <a:fld id="{BD2DAF58-8BBF-5942-9EE2-B93E2FFABF91}" type="slidenum">
              <a:rPr lang="ru-RU" smtClean="0"/>
              <a:t>6</a:t>
            </a:fld>
            <a:endParaRPr lang="ru-RU"/>
          </a:p>
        </p:txBody>
      </p:sp>
    </p:spTree>
    <p:extLst>
      <p:ext uri="{BB962C8B-B14F-4D97-AF65-F5344CB8AC3E}">
        <p14:creationId xmlns:p14="http://schemas.microsoft.com/office/powerpoint/2010/main" val="47972183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800" b="0" i="0" kern="1200" dirty="0">
                <a:solidFill>
                  <a:schemeClr val="tx1"/>
                </a:solidFill>
                <a:effectLst/>
                <a:latin typeface="+mn-lt"/>
                <a:ea typeface="+mn-ea"/>
                <a:cs typeface="+mn-cs"/>
              </a:rPr>
              <a:t>In previous versions, C# already supported extensions, but they were limited to methods. Now, we can easily extend a type with properties, methods, events, and even introduce operators (except implicit and explicit operators).</a:t>
            </a:r>
            <a:endParaRPr lang="en-US" dirty="0"/>
          </a:p>
        </p:txBody>
      </p:sp>
      <p:sp>
        <p:nvSpPr>
          <p:cNvPr id="4" name="Slide Number Placeholder 3"/>
          <p:cNvSpPr>
            <a:spLocks noGrp="1"/>
          </p:cNvSpPr>
          <p:nvPr>
            <p:ph type="sldNum" sz="quarter" idx="5"/>
          </p:nvPr>
        </p:nvSpPr>
        <p:spPr/>
        <p:txBody>
          <a:bodyPr/>
          <a:lstStyle/>
          <a:p>
            <a:fld id="{BD2DAF58-8BBF-5942-9EE2-B93E2FFABF91}" type="slidenum">
              <a:rPr lang="ru-RU" smtClean="0"/>
              <a:t>7</a:t>
            </a:fld>
            <a:endParaRPr lang="ru-RU"/>
          </a:p>
        </p:txBody>
      </p:sp>
    </p:spTree>
    <p:extLst>
      <p:ext uri="{BB962C8B-B14F-4D97-AF65-F5344CB8AC3E}">
        <p14:creationId xmlns:p14="http://schemas.microsoft.com/office/powerpoint/2010/main" val="16656223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1371662" rtl="0" eaLnBrk="1" fontAlgn="auto" latinLnBrk="0" hangingPunct="1">
              <a:lnSpc>
                <a:spcPct val="100000"/>
              </a:lnSpc>
              <a:spcBef>
                <a:spcPts val="0"/>
              </a:spcBef>
              <a:spcAft>
                <a:spcPts val="0"/>
              </a:spcAft>
              <a:buClrTx/>
              <a:buSzTx/>
              <a:buFontTx/>
              <a:buNone/>
              <a:tabLst/>
              <a:defRPr/>
            </a:pPr>
            <a:r>
              <a:rPr lang="en-US" dirty="0"/>
              <a:t>Beginning with C# 14, the argument to </a:t>
            </a:r>
            <a:r>
              <a:rPr lang="en-US" dirty="0" err="1"/>
              <a:t>nameof</a:t>
            </a:r>
            <a:r>
              <a:rPr lang="en-US" dirty="0"/>
              <a:t> can be an unbound generic type. For example, </a:t>
            </a:r>
            <a:r>
              <a:rPr lang="en-US" dirty="0" err="1"/>
              <a:t>nameof</a:t>
            </a:r>
            <a:r>
              <a:rPr lang="en-US" dirty="0"/>
              <a:t>(List&lt;&gt;) evaluates to List. In earlier versions of C#, only closed generic types, such as List&lt;int&gt;, could be used to return the List name.</a:t>
            </a:r>
          </a:p>
        </p:txBody>
      </p:sp>
      <p:sp>
        <p:nvSpPr>
          <p:cNvPr id="4" name="Slide Number Placeholder 3"/>
          <p:cNvSpPr>
            <a:spLocks noGrp="1"/>
          </p:cNvSpPr>
          <p:nvPr>
            <p:ph type="sldNum" sz="quarter" idx="5"/>
          </p:nvPr>
        </p:nvSpPr>
        <p:spPr/>
        <p:txBody>
          <a:bodyPr/>
          <a:lstStyle/>
          <a:p>
            <a:fld id="{BD2DAF58-8BBF-5942-9EE2-B93E2FFABF91}" type="slidenum">
              <a:rPr lang="ru-RU" smtClean="0"/>
              <a:t>11</a:t>
            </a:fld>
            <a:endParaRPr lang="ru-RU"/>
          </a:p>
        </p:txBody>
      </p:sp>
    </p:spTree>
    <p:extLst>
      <p:ext uri="{BB962C8B-B14F-4D97-AF65-F5344CB8AC3E}">
        <p14:creationId xmlns:p14="http://schemas.microsoft.com/office/powerpoint/2010/main" val="376212977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lgn="l">
              <a:buFont typeface="Arial" panose="020B0604020202020204" pitchFamily="34" charset="0"/>
              <a:buChar char="•"/>
            </a:pPr>
            <a:r>
              <a:rPr lang="en-US" sz="1800" dirty="0">
                <a:latin typeface="DA_FuturaPT Demi" panose="020B0502020204020303" pitchFamily="34" charset="77"/>
              </a:rPr>
              <a:t>AI built into the IDE</a:t>
            </a:r>
            <a:br>
              <a:rPr lang="en-US" sz="1800" dirty="0">
                <a:latin typeface="DA_FuturaPT Demi" panose="020B0502020204020303" pitchFamily="34" charset="77"/>
              </a:rPr>
            </a:br>
            <a:r>
              <a:rPr lang="en-US" sz="1800" dirty="0">
                <a:latin typeface="DA_FuturaPT Demi" panose="020B0502020204020303" pitchFamily="34" charset="77"/>
              </a:rPr>
              <a:t>AI is now part of the workflow. It understands your solution, helps with paste-and-fix, suggests tests and documentation, and shows performance or security insights before you commit. </a:t>
            </a:r>
          </a:p>
          <a:p>
            <a:pPr marL="285750" indent="-285750" algn="l">
              <a:buFont typeface="Arial" panose="020B0604020202020204" pitchFamily="34" charset="0"/>
              <a:buChar char="•"/>
            </a:pPr>
            <a:r>
              <a:rPr lang="en-US" sz="1800" dirty="0">
                <a:latin typeface="DA_FuturaPT Demi" panose="020B0502020204020303" pitchFamily="34" charset="77"/>
              </a:rPr>
              <a:t>Insiders Channel</a:t>
            </a:r>
            <a:br>
              <a:rPr lang="en-US" sz="1800" dirty="0">
                <a:latin typeface="DA_FuturaPT Demi" panose="020B0502020204020303" pitchFamily="34" charset="77"/>
              </a:rPr>
            </a:br>
            <a:r>
              <a:rPr lang="en-US" sz="1800" dirty="0">
                <a:latin typeface="DA_FuturaPT Demi" panose="020B0502020204020303" pitchFamily="34" charset="77"/>
              </a:rPr>
              <a:t>The new Insiders Channel replaces Preview, giving early access to features with frequent updates.</a:t>
            </a:r>
          </a:p>
          <a:p>
            <a:pPr marL="285750" indent="-285750" algn="l">
              <a:buFont typeface="Arial" panose="020B0604020202020204" pitchFamily="34" charset="0"/>
              <a:buChar char="•"/>
            </a:pPr>
            <a:r>
              <a:rPr lang="en-US" sz="1800" dirty="0">
                <a:latin typeface="DA_FuturaPT Demi" panose="020B0502020204020303" pitchFamily="34" charset="77"/>
              </a:rPr>
              <a:t>Performance improvements</a:t>
            </a:r>
            <a:br>
              <a:rPr lang="en-US" sz="1800" dirty="0">
                <a:latin typeface="DA_FuturaPT Demi" panose="020B0502020204020303" pitchFamily="34" charset="77"/>
              </a:rPr>
            </a:br>
            <a:r>
              <a:rPr lang="en-US" sz="1800" dirty="0">
                <a:latin typeface="DA_FuturaPT Demi" panose="020B0502020204020303" pitchFamily="34" charset="77"/>
              </a:rPr>
              <a:t>Faster solution load, quicker builds and debugging, and better first launch. Optimized for both x64 and Arm64.</a:t>
            </a:r>
          </a:p>
          <a:p>
            <a:pPr marL="285750" indent="-285750" algn="l">
              <a:buFont typeface="Arial" panose="020B0604020202020204" pitchFamily="34" charset="0"/>
              <a:buChar char="•"/>
            </a:pPr>
            <a:r>
              <a:rPr lang="en-US" sz="1800" dirty="0">
                <a:latin typeface="DA_FuturaPT Demi" panose="020B0502020204020303" pitchFamily="34" charset="77"/>
              </a:rPr>
              <a:t>UI refresh</a:t>
            </a:r>
            <a:br>
              <a:rPr lang="en-US" sz="1800" dirty="0">
                <a:latin typeface="DA_FuturaPT Demi" panose="020B0502020204020303" pitchFamily="34" charset="77"/>
              </a:rPr>
            </a:br>
            <a:r>
              <a:rPr lang="en-US" sz="1800" dirty="0">
                <a:latin typeface="DA_FuturaPT Demi" panose="020B0502020204020303" pitchFamily="34" charset="77"/>
              </a:rPr>
              <a:t>Fluent UI design, updated icons, cleaner spacing, and a modernized settings experience.</a:t>
            </a:r>
          </a:p>
          <a:p>
            <a:pPr marL="285750" indent="-285750" algn="l">
              <a:buFont typeface="Arial" panose="020B0604020202020204" pitchFamily="34" charset="0"/>
              <a:buChar char="•"/>
            </a:pPr>
            <a:r>
              <a:rPr lang="en-US" sz="1800" dirty="0">
                <a:latin typeface="DA_FuturaPT Demi" panose="020B0502020204020303" pitchFamily="34" charset="77"/>
              </a:rPr>
              <a:t>Latest .NET and C# support</a:t>
            </a:r>
            <a:br>
              <a:rPr lang="en-US" sz="1800" dirty="0">
                <a:latin typeface="DA_FuturaPT Demi" panose="020B0502020204020303" pitchFamily="34" charset="77"/>
              </a:rPr>
            </a:br>
            <a:r>
              <a:rPr lang="en-US" sz="1800" dirty="0">
                <a:latin typeface="DA_FuturaPT Demi" panose="020B0502020204020303" pitchFamily="34" charset="77"/>
              </a:rPr>
              <a:t>Built-in support for .NET 10 and C# 14. </a:t>
            </a:r>
          </a:p>
          <a:p>
            <a:pPr marL="285750" indent="-285750" algn="l">
              <a:buFont typeface="Arial" panose="020B0604020202020204" pitchFamily="34" charset="0"/>
              <a:buChar char="•"/>
            </a:pPr>
            <a:r>
              <a:rPr lang="en-US" sz="1800" dirty="0">
                <a:latin typeface="DA_FuturaPT Demi" panose="020B0502020204020303" pitchFamily="34" charset="77"/>
              </a:rPr>
              <a:t>Editor and productivity updates</a:t>
            </a:r>
            <a:br>
              <a:rPr lang="en-US" sz="1800" dirty="0">
                <a:latin typeface="DA_FuturaPT Demi" panose="020B0502020204020303" pitchFamily="34" charset="77"/>
              </a:rPr>
            </a:br>
            <a:r>
              <a:rPr lang="en-US" sz="1800" dirty="0">
                <a:latin typeface="DA_FuturaPT Demi" panose="020B0502020204020303" pitchFamily="34" charset="77"/>
              </a:rPr>
              <a:t>A more informative bottom margin (line/column numbers, character count, encoding), Copilot context actions, a </a:t>
            </a:r>
            <a:r>
              <a:rPr lang="en-US" sz="1800" dirty="0" err="1">
                <a:latin typeface="DA_FuturaPT Demi" panose="020B0502020204020303" pitchFamily="34" charset="77"/>
              </a:rPr>
              <a:t>BenchmarkDotNet</a:t>
            </a:r>
            <a:r>
              <a:rPr lang="en-US" sz="1800" dirty="0">
                <a:latin typeface="DA_FuturaPT Demi" panose="020B0502020204020303" pitchFamily="34" charset="77"/>
              </a:rPr>
              <a:t> template, and Hot Reload improvements for Razor.</a:t>
            </a:r>
          </a:p>
          <a:p>
            <a:endParaRPr lang="en-US" dirty="0"/>
          </a:p>
        </p:txBody>
      </p:sp>
      <p:sp>
        <p:nvSpPr>
          <p:cNvPr id="4" name="Slide Number Placeholder 3"/>
          <p:cNvSpPr>
            <a:spLocks noGrp="1"/>
          </p:cNvSpPr>
          <p:nvPr>
            <p:ph type="sldNum" sz="quarter" idx="5"/>
          </p:nvPr>
        </p:nvSpPr>
        <p:spPr/>
        <p:txBody>
          <a:bodyPr/>
          <a:lstStyle/>
          <a:p>
            <a:fld id="{BD2DAF58-8BBF-5942-9EE2-B93E2FFABF91}" type="slidenum">
              <a:rPr lang="ru-RU" smtClean="0"/>
              <a:t>20</a:t>
            </a:fld>
            <a:endParaRPr lang="ru-RU"/>
          </a:p>
        </p:txBody>
      </p:sp>
    </p:spTree>
    <p:extLst>
      <p:ext uri="{BB962C8B-B14F-4D97-AF65-F5344CB8AC3E}">
        <p14:creationId xmlns:p14="http://schemas.microsoft.com/office/powerpoint/2010/main" val="6572696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D2DAF58-8BBF-5942-9EE2-B93E2FFABF91}" type="slidenum">
              <a:rPr lang="ru-RU" smtClean="0"/>
              <a:t>21</a:t>
            </a:fld>
            <a:endParaRPr lang="ru-RU"/>
          </a:p>
        </p:txBody>
      </p:sp>
    </p:spTree>
    <p:extLst>
      <p:ext uri="{BB962C8B-B14F-4D97-AF65-F5344CB8AC3E}">
        <p14:creationId xmlns:p14="http://schemas.microsoft.com/office/powerpoint/2010/main" val="23551416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D2DAF58-8BBF-5942-9EE2-B93E2FFABF91}" type="slidenum">
              <a:rPr lang="ru-RU" smtClean="0"/>
              <a:t>22</a:t>
            </a:fld>
            <a:endParaRPr lang="ru-RU"/>
          </a:p>
        </p:txBody>
      </p:sp>
    </p:spTree>
    <p:extLst>
      <p:ext uri="{BB962C8B-B14F-4D97-AF65-F5344CB8AC3E}">
        <p14:creationId xmlns:p14="http://schemas.microsoft.com/office/powerpoint/2010/main" val="3942750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D2DAF58-8BBF-5942-9EE2-B93E2FFABF91}" type="slidenum">
              <a:rPr lang="ru-RU" smtClean="0"/>
              <a:t>23</a:t>
            </a:fld>
            <a:endParaRPr lang="ru-RU"/>
          </a:p>
        </p:txBody>
      </p:sp>
    </p:spTree>
    <p:extLst>
      <p:ext uri="{BB962C8B-B14F-4D97-AF65-F5344CB8AC3E}">
        <p14:creationId xmlns:p14="http://schemas.microsoft.com/office/powerpoint/2010/main" val="34326426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1371662" rtl="0" eaLnBrk="1" fontAlgn="auto" latinLnBrk="0" hangingPunct="1">
              <a:lnSpc>
                <a:spcPct val="100000"/>
              </a:lnSpc>
              <a:spcBef>
                <a:spcPts val="0"/>
              </a:spcBef>
              <a:spcAft>
                <a:spcPts val="0"/>
              </a:spcAft>
              <a:buClrTx/>
              <a:buSzTx/>
              <a:buFontTx/>
              <a:buNone/>
              <a:tabLst/>
              <a:defRPr/>
            </a:pPr>
            <a:r>
              <a:rPr lang="en-US" b="1" i="0" dirty="0">
                <a:solidFill>
                  <a:srgbClr val="161616"/>
                </a:solidFill>
                <a:effectLst/>
                <a:latin typeface="Segoe UI" panose="020B0502040204020203" pitchFamily="34" charset="0"/>
              </a:rPr>
              <a:t>MCP C# SDK</a:t>
            </a:r>
          </a:p>
        </p:txBody>
      </p:sp>
      <p:sp>
        <p:nvSpPr>
          <p:cNvPr id="4" name="Slide Number Placeholder 3"/>
          <p:cNvSpPr>
            <a:spLocks noGrp="1"/>
          </p:cNvSpPr>
          <p:nvPr>
            <p:ph type="sldNum" sz="quarter" idx="5"/>
          </p:nvPr>
        </p:nvSpPr>
        <p:spPr/>
        <p:txBody>
          <a:bodyPr/>
          <a:lstStyle/>
          <a:p>
            <a:fld id="{BD2DAF58-8BBF-5942-9EE2-B93E2FFABF91}" type="slidenum">
              <a:rPr lang="ru-RU" smtClean="0"/>
              <a:t>29</a:t>
            </a:fld>
            <a:endParaRPr lang="ru-RU"/>
          </a:p>
        </p:txBody>
      </p:sp>
    </p:spTree>
    <p:extLst>
      <p:ext uri="{BB962C8B-B14F-4D97-AF65-F5344CB8AC3E}">
        <p14:creationId xmlns:p14="http://schemas.microsoft.com/office/powerpoint/2010/main" val="29632011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emf"/><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A Logo">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38FD265-FB7F-F107-AFCC-16931300530A}"/>
              </a:ext>
            </a:extLst>
          </p:cNvPr>
          <p:cNvPicPr>
            <a:picLocks noChangeAspect="1"/>
          </p:cNvPicPr>
          <p:nvPr userDrawn="1"/>
        </p:nvPicPr>
        <p:blipFill>
          <a:blip r:embed="rId2"/>
          <a:stretch>
            <a:fillRect/>
          </a:stretch>
        </p:blipFill>
        <p:spPr>
          <a:xfrm>
            <a:off x="4452600" y="4311369"/>
            <a:ext cx="9335118" cy="1497142"/>
          </a:xfrm>
          <a:prstGeom prst="rect">
            <a:avLst/>
          </a:prstGeom>
        </p:spPr>
      </p:pic>
    </p:spTree>
    <p:extLst>
      <p:ext uri="{BB962C8B-B14F-4D97-AF65-F5344CB8AC3E}">
        <p14:creationId xmlns:p14="http://schemas.microsoft.com/office/powerpoint/2010/main" val="285420501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 1 Line">
    <p:bg>
      <p:bgPr>
        <a:solidFill>
          <a:schemeClr val="bg1"/>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081463" y="4262939"/>
            <a:ext cx="11375424" cy="809121"/>
          </a:xfrm>
          <a:noFill/>
        </p:spPr>
        <p:txBody>
          <a:bodyPr/>
          <a:lstStyle>
            <a:lvl1pPr>
              <a:defRPr/>
            </a:lvl1pPr>
          </a:lstStyle>
          <a:p>
            <a:r>
              <a:rPr lang="en-US" dirty="0"/>
              <a:t>Click to edit text</a:t>
            </a:r>
          </a:p>
        </p:txBody>
      </p:sp>
      <p:sp>
        <p:nvSpPr>
          <p:cNvPr id="46" name="TextBox 45"/>
          <p:cNvSpPr txBox="1"/>
          <p:nvPr userDrawn="1"/>
        </p:nvSpPr>
        <p:spPr>
          <a:xfrm>
            <a:off x="4069245" y="7147394"/>
            <a:ext cx="3484278" cy="1799227"/>
          </a:xfrm>
          <a:prstGeom prst="rect">
            <a:avLst/>
          </a:prstGeom>
          <a:noFill/>
        </p:spPr>
        <p:txBody>
          <a:bodyPr wrap="square" lIns="0" tIns="0" rIns="0" bIns="0" rtlCol="0">
            <a:noAutofit/>
          </a:bodyPr>
          <a:lstStyle/>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New York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USA</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London</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UK</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Munich</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Germany</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Zug</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Switzerland</a:t>
            </a:r>
          </a:p>
          <a:p>
            <a:pPr>
              <a:lnSpc>
                <a:spcPts val="3223"/>
              </a:lnSpc>
            </a:pPr>
            <a:endParaRPr lang="en-US" sz="2275" b="0" i="0" dirty="0">
              <a:solidFill>
                <a:schemeClr val="tx2"/>
              </a:solidFill>
              <a:latin typeface="DA_FuturaPT Book" panose="020B0502020204020303" pitchFamily="34" charset="0"/>
              <a:ea typeface="DA_FuturaPT Book" panose="020B0502020204020303" pitchFamily="34" charset="0"/>
            </a:endParaRPr>
          </a:p>
        </p:txBody>
      </p:sp>
      <p:pic>
        <p:nvPicPr>
          <p:cNvPr id="7" name="Picture 6">
            <a:extLst>
              <a:ext uri="{FF2B5EF4-FFF2-40B4-BE49-F238E27FC236}">
                <a16:creationId xmlns:a16="http://schemas.microsoft.com/office/drawing/2014/main" id="{7C0B8819-F8E8-2A78-B421-E8C98776196D}"/>
              </a:ext>
            </a:extLst>
          </p:cNvPr>
          <p:cNvPicPr>
            <a:picLocks noChangeAspect="1"/>
          </p:cNvPicPr>
          <p:nvPr userDrawn="1"/>
        </p:nvPicPr>
        <p:blipFill>
          <a:blip r:embed="rId2"/>
          <a:stretch>
            <a:fillRect/>
          </a:stretch>
        </p:blipFill>
        <p:spPr>
          <a:xfrm>
            <a:off x="3235520" y="3019926"/>
            <a:ext cx="3912791" cy="627523"/>
          </a:xfrm>
          <a:prstGeom prst="rect">
            <a:avLst/>
          </a:prstGeom>
        </p:spPr>
      </p:pic>
      <p:cxnSp>
        <p:nvCxnSpPr>
          <p:cNvPr id="3" name="Straight Connector 2">
            <a:extLst>
              <a:ext uri="{FF2B5EF4-FFF2-40B4-BE49-F238E27FC236}">
                <a16:creationId xmlns:a16="http://schemas.microsoft.com/office/drawing/2014/main" id="{E53452C3-62E9-B227-2E33-4B701A0A71FA}"/>
              </a:ext>
            </a:extLst>
          </p:cNvPr>
          <p:cNvCxnSpPr>
            <a:cxnSpLocks/>
          </p:cNvCxnSpPr>
          <p:nvPr userDrawn="1"/>
        </p:nvCxnSpPr>
        <p:spPr>
          <a:xfrm>
            <a:off x="4081463" y="5085288"/>
            <a:ext cx="1312862"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80585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1 Line + Partn logo">
    <p:bg>
      <p:bgPr>
        <a:solidFill>
          <a:schemeClr val="bg1"/>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081463" y="4262939"/>
            <a:ext cx="11375424" cy="809121"/>
          </a:xfrm>
          <a:noFill/>
        </p:spPr>
        <p:txBody>
          <a:bodyPr/>
          <a:lstStyle>
            <a:lvl1pPr>
              <a:defRPr/>
            </a:lvl1pPr>
          </a:lstStyle>
          <a:p>
            <a:r>
              <a:rPr lang="en-US" dirty="0"/>
              <a:t>Click to edit text</a:t>
            </a:r>
          </a:p>
        </p:txBody>
      </p:sp>
      <p:sp>
        <p:nvSpPr>
          <p:cNvPr id="46" name="TextBox 45"/>
          <p:cNvSpPr txBox="1"/>
          <p:nvPr userDrawn="1"/>
        </p:nvSpPr>
        <p:spPr>
          <a:xfrm>
            <a:off x="4081463" y="7147394"/>
            <a:ext cx="3484278" cy="1799227"/>
          </a:xfrm>
          <a:prstGeom prst="rect">
            <a:avLst/>
          </a:prstGeom>
          <a:noFill/>
        </p:spPr>
        <p:txBody>
          <a:bodyPr wrap="square" lIns="0" tIns="0" rIns="0" bIns="0" rtlCol="0">
            <a:noAutofit/>
          </a:bodyPr>
          <a:lstStyle/>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New York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USA</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London</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UK</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Munich</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Germany</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Zug</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Switzerland</a:t>
            </a:r>
          </a:p>
          <a:p>
            <a:pPr>
              <a:lnSpc>
                <a:spcPts val="3223"/>
              </a:lnSpc>
            </a:pPr>
            <a:endParaRPr lang="en-US" sz="2275" b="0" i="0" dirty="0">
              <a:solidFill>
                <a:schemeClr val="tx2"/>
              </a:solidFill>
              <a:latin typeface="DA_FuturaPT Book" panose="020B0502020204020303" pitchFamily="34" charset="0"/>
              <a:ea typeface="DA_FuturaPT Book" panose="020B0502020204020303" pitchFamily="34" charset="0"/>
            </a:endParaRPr>
          </a:p>
        </p:txBody>
      </p:sp>
      <p:pic>
        <p:nvPicPr>
          <p:cNvPr id="7" name="Picture 6">
            <a:extLst>
              <a:ext uri="{FF2B5EF4-FFF2-40B4-BE49-F238E27FC236}">
                <a16:creationId xmlns:a16="http://schemas.microsoft.com/office/drawing/2014/main" id="{7C0B8819-F8E8-2A78-B421-E8C98776196D}"/>
              </a:ext>
            </a:extLst>
          </p:cNvPr>
          <p:cNvPicPr>
            <a:picLocks noChangeAspect="1"/>
          </p:cNvPicPr>
          <p:nvPr userDrawn="1"/>
        </p:nvPicPr>
        <p:blipFill>
          <a:blip r:embed="rId2"/>
          <a:stretch>
            <a:fillRect/>
          </a:stretch>
        </p:blipFill>
        <p:spPr>
          <a:xfrm>
            <a:off x="3226973" y="3019926"/>
            <a:ext cx="3912791" cy="627523"/>
          </a:xfrm>
          <a:prstGeom prst="rect">
            <a:avLst/>
          </a:prstGeom>
        </p:spPr>
      </p:pic>
      <p:cxnSp>
        <p:nvCxnSpPr>
          <p:cNvPr id="3" name="Straight Connector 2">
            <a:extLst>
              <a:ext uri="{FF2B5EF4-FFF2-40B4-BE49-F238E27FC236}">
                <a16:creationId xmlns:a16="http://schemas.microsoft.com/office/drawing/2014/main" id="{E53452C3-62E9-B227-2E33-4B701A0A71FA}"/>
              </a:ext>
            </a:extLst>
          </p:cNvPr>
          <p:cNvCxnSpPr>
            <a:cxnSpLocks/>
          </p:cNvCxnSpPr>
          <p:nvPr userDrawn="1"/>
        </p:nvCxnSpPr>
        <p:spPr>
          <a:xfrm>
            <a:off x="4081463" y="5085288"/>
            <a:ext cx="1312862"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6" name="Picture Placeholder 7">
            <a:extLst>
              <a:ext uri="{FF2B5EF4-FFF2-40B4-BE49-F238E27FC236}">
                <a16:creationId xmlns:a16="http://schemas.microsoft.com/office/drawing/2014/main" id="{15D315A8-3BCE-EA96-6941-B46511A11031}"/>
              </a:ext>
            </a:extLst>
          </p:cNvPr>
          <p:cNvSpPr>
            <a:spLocks noGrp="1"/>
          </p:cNvSpPr>
          <p:nvPr>
            <p:ph type="pic" sz="quarter" idx="21" hasCustomPrompt="1"/>
          </p:nvPr>
        </p:nvSpPr>
        <p:spPr>
          <a:xfrm>
            <a:off x="13357224" y="2922104"/>
            <a:ext cx="3490911" cy="809121"/>
          </a:xfrm>
          <a:prstGeom prst="rect">
            <a:avLst/>
          </a:prstGeom>
          <a:noFill/>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dirty="0"/>
              <a:t>LOGO</a:t>
            </a:r>
          </a:p>
        </p:txBody>
      </p:sp>
    </p:spTree>
    <p:extLst>
      <p:ext uri="{BB962C8B-B14F-4D97-AF65-F5344CB8AC3E}">
        <p14:creationId xmlns:p14="http://schemas.microsoft.com/office/powerpoint/2010/main" val="25402238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Yellow Title Slide 1 Line">
    <p:bg>
      <p:bgPr>
        <a:solidFill>
          <a:schemeClr val="accent5"/>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081463" y="4262939"/>
            <a:ext cx="11375424" cy="809121"/>
          </a:xfrm>
          <a:noFill/>
        </p:spPr>
        <p:txBody>
          <a:bodyPr/>
          <a:lstStyle>
            <a:lvl1pPr>
              <a:defRPr/>
            </a:lvl1pPr>
          </a:lstStyle>
          <a:p>
            <a:r>
              <a:rPr lang="en-US" dirty="0"/>
              <a:t>Click to edit text</a:t>
            </a:r>
          </a:p>
        </p:txBody>
      </p:sp>
      <p:sp>
        <p:nvSpPr>
          <p:cNvPr id="46" name="TextBox 45"/>
          <p:cNvSpPr txBox="1"/>
          <p:nvPr userDrawn="1"/>
        </p:nvSpPr>
        <p:spPr>
          <a:xfrm>
            <a:off x="4081463" y="7147394"/>
            <a:ext cx="3484278" cy="1799227"/>
          </a:xfrm>
          <a:prstGeom prst="rect">
            <a:avLst/>
          </a:prstGeom>
          <a:noFill/>
        </p:spPr>
        <p:txBody>
          <a:bodyPr wrap="square" lIns="0" tIns="0" rIns="0" bIns="0" rtlCol="0">
            <a:noAutofit/>
          </a:bodyPr>
          <a:lstStyle/>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New York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USA</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London</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UK</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Munich</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Germany</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Zug</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Switzerland</a:t>
            </a:r>
          </a:p>
          <a:p>
            <a:pPr>
              <a:lnSpc>
                <a:spcPts val="3223"/>
              </a:lnSpc>
            </a:pPr>
            <a:endParaRPr lang="en-US" sz="2275" b="0" i="0" dirty="0">
              <a:solidFill>
                <a:schemeClr val="tx2"/>
              </a:solidFill>
              <a:latin typeface="DA_FuturaPT Book" panose="020B0502020204020303" pitchFamily="34" charset="0"/>
              <a:ea typeface="DA_FuturaPT Book" panose="020B0502020204020303" pitchFamily="34" charset="0"/>
            </a:endParaRPr>
          </a:p>
        </p:txBody>
      </p:sp>
      <p:cxnSp>
        <p:nvCxnSpPr>
          <p:cNvPr id="3" name="Straight Connector 2">
            <a:extLst>
              <a:ext uri="{FF2B5EF4-FFF2-40B4-BE49-F238E27FC236}">
                <a16:creationId xmlns:a16="http://schemas.microsoft.com/office/drawing/2014/main" id="{E53452C3-62E9-B227-2E33-4B701A0A71FA}"/>
              </a:ext>
            </a:extLst>
          </p:cNvPr>
          <p:cNvCxnSpPr>
            <a:cxnSpLocks/>
          </p:cNvCxnSpPr>
          <p:nvPr userDrawn="1"/>
        </p:nvCxnSpPr>
        <p:spPr>
          <a:xfrm>
            <a:off x="4081463" y="5085288"/>
            <a:ext cx="1312862"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pic>
        <p:nvPicPr>
          <p:cNvPr id="4" name="Graphic 7">
            <a:extLst>
              <a:ext uri="{FF2B5EF4-FFF2-40B4-BE49-F238E27FC236}">
                <a16:creationId xmlns:a16="http://schemas.microsoft.com/office/drawing/2014/main" id="{3831627D-EAE2-257F-F82B-EBA99F418E9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235309" y="3015033"/>
            <a:ext cx="3906000" cy="626400"/>
          </a:xfrm>
          <a:prstGeom prst="rect">
            <a:avLst/>
          </a:prstGeom>
        </p:spPr>
      </p:pic>
    </p:spTree>
    <p:extLst>
      <p:ext uri="{BB962C8B-B14F-4D97-AF65-F5344CB8AC3E}">
        <p14:creationId xmlns:p14="http://schemas.microsoft.com/office/powerpoint/2010/main" val="2958325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Yellow Title Slide 2 Lines">
    <p:bg>
      <p:bgPr>
        <a:solidFill>
          <a:schemeClr val="accent5"/>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081463" y="4262939"/>
            <a:ext cx="11375424" cy="809121"/>
          </a:xfrm>
          <a:noFill/>
        </p:spPr>
        <p:txBody>
          <a:bodyPr/>
          <a:lstStyle>
            <a:lvl1pPr>
              <a:defRPr/>
            </a:lvl1pPr>
          </a:lstStyle>
          <a:p>
            <a:r>
              <a:rPr lang="en-US" dirty="0"/>
              <a:t>Click to edit text</a:t>
            </a:r>
          </a:p>
        </p:txBody>
      </p:sp>
      <p:sp>
        <p:nvSpPr>
          <p:cNvPr id="46" name="TextBox 45"/>
          <p:cNvSpPr txBox="1"/>
          <p:nvPr userDrawn="1"/>
        </p:nvSpPr>
        <p:spPr>
          <a:xfrm>
            <a:off x="4081463" y="7147394"/>
            <a:ext cx="3484278" cy="1799227"/>
          </a:xfrm>
          <a:prstGeom prst="rect">
            <a:avLst/>
          </a:prstGeom>
          <a:noFill/>
        </p:spPr>
        <p:txBody>
          <a:bodyPr wrap="square" lIns="0" tIns="0" rIns="0" bIns="0" rtlCol="0">
            <a:noAutofit/>
          </a:bodyPr>
          <a:lstStyle/>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New York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USA</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London</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UK</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Munich</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Germany</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Zug</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Switzerland</a:t>
            </a:r>
          </a:p>
          <a:p>
            <a:pPr>
              <a:lnSpc>
                <a:spcPts val="3223"/>
              </a:lnSpc>
            </a:pPr>
            <a:endParaRPr lang="en-US" sz="2275" b="0" i="0" dirty="0">
              <a:solidFill>
                <a:schemeClr val="tx2"/>
              </a:solidFill>
              <a:latin typeface="DA_FuturaPT Book" panose="020B0502020204020303" pitchFamily="34" charset="0"/>
              <a:ea typeface="DA_FuturaPT Book" panose="020B0502020204020303" pitchFamily="34" charset="0"/>
            </a:endParaRPr>
          </a:p>
        </p:txBody>
      </p:sp>
      <p:pic>
        <p:nvPicPr>
          <p:cNvPr id="4" name="Graphic 7">
            <a:extLst>
              <a:ext uri="{FF2B5EF4-FFF2-40B4-BE49-F238E27FC236}">
                <a16:creationId xmlns:a16="http://schemas.microsoft.com/office/drawing/2014/main" id="{3831627D-EAE2-257F-F82B-EBA99F418E98}"/>
              </a:ext>
            </a:extLst>
          </p:cNvPr>
          <p:cNvPicPr>
            <a:picLocks noChangeAspect="1"/>
          </p:cNvPicPr>
          <p:nvPr userDrawn="1"/>
        </p:nvPicPr>
        <p:blipFill>
          <a:blip r:embed="rId2">
            <a:extLst>
              <a:ext uri="{28A0092B-C50C-407E-A947-70E740481C1C}">
                <a14:useLocalDpi xmlns:a14="http://schemas.microsoft.com/office/drawing/2010/main" val="0"/>
              </a:ext>
            </a:extLst>
          </a:blip>
          <a:srcRect/>
          <a:stretch/>
        </p:blipFill>
        <p:spPr>
          <a:xfrm>
            <a:off x="3235309" y="3015033"/>
            <a:ext cx="3906000" cy="626400"/>
          </a:xfrm>
          <a:prstGeom prst="rect">
            <a:avLst/>
          </a:prstGeom>
        </p:spPr>
      </p:pic>
      <p:cxnSp>
        <p:nvCxnSpPr>
          <p:cNvPr id="2" name="Straight Connector 1">
            <a:extLst>
              <a:ext uri="{FF2B5EF4-FFF2-40B4-BE49-F238E27FC236}">
                <a16:creationId xmlns:a16="http://schemas.microsoft.com/office/drawing/2014/main" id="{641DD1ED-9A35-FC84-372E-4B36D272331E}"/>
              </a:ext>
            </a:extLst>
          </p:cNvPr>
          <p:cNvCxnSpPr>
            <a:cxnSpLocks/>
          </p:cNvCxnSpPr>
          <p:nvPr userDrawn="1"/>
        </p:nvCxnSpPr>
        <p:spPr>
          <a:xfrm>
            <a:off x="4081463" y="5860540"/>
            <a:ext cx="1312862" cy="0"/>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004372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2 Lines">
    <p:bg>
      <p:bgPr>
        <a:solidFill>
          <a:schemeClr val="bg1"/>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081463" y="4262939"/>
            <a:ext cx="11393847" cy="809121"/>
          </a:xfrm>
          <a:noFill/>
        </p:spPr>
        <p:txBody>
          <a:bodyPr/>
          <a:lstStyle>
            <a:lvl1pPr marL="0" marR="0" indent="0" algn="l" defTabSz="1300262" rtl="0" eaLnBrk="1" fontAlgn="auto" latinLnBrk="0" hangingPunct="1">
              <a:lnSpc>
                <a:spcPct val="90000"/>
              </a:lnSpc>
              <a:spcBef>
                <a:spcPct val="0"/>
              </a:spcBef>
              <a:spcAft>
                <a:spcPts val="0"/>
              </a:spcAft>
              <a:buClrTx/>
              <a:buSzTx/>
              <a:buFontTx/>
              <a:buNone/>
              <a:tabLst/>
              <a:defRPr/>
            </a:lvl1pPr>
          </a:lstStyle>
          <a:p>
            <a:r>
              <a:rPr lang="en-US" dirty="0"/>
              <a:t>Click to edit Master title style</a:t>
            </a:r>
            <a:br>
              <a:rPr lang="en-US" dirty="0"/>
            </a:br>
            <a:r>
              <a:rPr lang="en-US" dirty="0"/>
              <a:t>2 Lines</a:t>
            </a:r>
          </a:p>
        </p:txBody>
      </p:sp>
      <p:sp>
        <p:nvSpPr>
          <p:cNvPr id="46" name="TextBox 45"/>
          <p:cNvSpPr txBox="1"/>
          <p:nvPr userDrawn="1"/>
        </p:nvSpPr>
        <p:spPr>
          <a:xfrm>
            <a:off x="4081463" y="7147394"/>
            <a:ext cx="3484278" cy="1799227"/>
          </a:xfrm>
          <a:prstGeom prst="rect">
            <a:avLst/>
          </a:prstGeom>
          <a:noFill/>
        </p:spPr>
        <p:txBody>
          <a:bodyPr wrap="square" lIns="0" tIns="0" rIns="0" bIns="0" rtlCol="0">
            <a:noAutofit/>
          </a:bodyPr>
          <a:lstStyle/>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New York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USA</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London</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UK</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Munich</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Germany</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Zug</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Switzerland</a:t>
            </a:r>
          </a:p>
          <a:p>
            <a:pPr>
              <a:lnSpc>
                <a:spcPts val="3223"/>
              </a:lnSpc>
            </a:pPr>
            <a:endParaRPr lang="en-US" sz="2275" b="0" i="0" dirty="0">
              <a:solidFill>
                <a:schemeClr val="tx2"/>
              </a:solidFill>
              <a:latin typeface="DA_FuturaPT Book" panose="020B0502020204020303" pitchFamily="34" charset="0"/>
              <a:ea typeface="DA_FuturaPT Book" panose="020B0502020204020303" pitchFamily="34" charset="0"/>
            </a:endParaRPr>
          </a:p>
        </p:txBody>
      </p:sp>
      <p:pic>
        <p:nvPicPr>
          <p:cNvPr id="7" name="Picture 6">
            <a:extLst>
              <a:ext uri="{FF2B5EF4-FFF2-40B4-BE49-F238E27FC236}">
                <a16:creationId xmlns:a16="http://schemas.microsoft.com/office/drawing/2014/main" id="{7C0B8819-F8E8-2A78-B421-E8C98776196D}"/>
              </a:ext>
            </a:extLst>
          </p:cNvPr>
          <p:cNvPicPr>
            <a:picLocks noChangeAspect="1"/>
          </p:cNvPicPr>
          <p:nvPr userDrawn="1"/>
        </p:nvPicPr>
        <p:blipFill>
          <a:blip r:embed="rId2"/>
          <a:stretch>
            <a:fillRect/>
          </a:stretch>
        </p:blipFill>
        <p:spPr>
          <a:xfrm>
            <a:off x="3226974" y="3019926"/>
            <a:ext cx="3912791" cy="627523"/>
          </a:xfrm>
          <a:prstGeom prst="rect">
            <a:avLst/>
          </a:prstGeom>
        </p:spPr>
      </p:pic>
      <p:cxnSp>
        <p:nvCxnSpPr>
          <p:cNvPr id="2" name="Straight Connector 1">
            <a:extLst>
              <a:ext uri="{FF2B5EF4-FFF2-40B4-BE49-F238E27FC236}">
                <a16:creationId xmlns:a16="http://schemas.microsoft.com/office/drawing/2014/main" id="{8B3A778A-CC5C-0269-60B9-023A8A680D3F}"/>
              </a:ext>
            </a:extLst>
          </p:cNvPr>
          <p:cNvCxnSpPr>
            <a:cxnSpLocks/>
          </p:cNvCxnSpPr>
          <p:nvPr userDrawn="1"/>
        </p:nvCxnSpPr>
        <p:spPr>
          <a:xfrm>
            <a:off x="4081463" y="5860540"/>
            <a:ext cx="1312862"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36178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2 Lines + Partn logo">
    <p:bg>
      <p:bgPr>
        <a:solidFill>
          <a:schemeClr val="bg1"/>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081463" y="4262939"/>
            <a:ext cx="11410938" cy="809121"/>
          </a:xfrm>
          <a:noFill/>
        </p:spPr>
        <p:txBody>
          <a:bodyPr/>
          <a:lstStyle>
            <a:lvl1pPr marL="0" marR="0" indent="0" algn="l" defTabSz="1300262" rtl="0" eaLnBrk="1" fontAlgn="auto" latinLnBrk="0" hangingPunct="1">
              <a:lnSpc>
                <a:spcPct val="90000"/>
              </a:lnSpc>
              <a:spcBef>
                <a:spcPct val="0"/>
              </a:spcBef>
              <a:spcAft>
                <a:spcPts val="0"/>
              </a:spcAft>
              <a:buClrTx/>
              <a:buSzTx/>
              <a:buFontTx/>
              <a:buNone/>
              <a:tabLst/>
              <a:defRPr/>
            </a:lvl1pPr>
          </a:lstStyle>
          <a:p>
            <a:r>
              <a:rPr lang="en-US" dirty="0"/>
              <a:t>Click to edit Master title style</a:t>
            </a:r>
            <a:br>
              <a:rPr lang="en-US" dirty="0"/>
            </a:br>
            <a:r>
              <a:rPr lang="en-US" dirty="0"/>
              <a:t>2 Lines</a:t>
            </a:r>
          </a:p>
        </p:txBody>
      </p:sp>
      <p:sp>
        <p:nvSpPr>
          <p:cNvPr id="46" name="TextBox 45"/>
          <p:cNvSpPr txBox="1"/>
          <p:nvPr userDrawn="1"/>
        </p:nvSpPr>
        <p:spPr>
          <a:xfrm>
            <a:off x="4081463" y="7147394"/>
            <a:ext cx="3484278" cy="1799227"/>
          </a:xfrm>
          <a:prstGeom prst="rect">
            <a:avLst/>
          </a:prstGeom>
          <a:noFill/>
        </p:spPr>
        <p:txBody>
          <a:bodyPr wrap="square" lIns="0" tIns="0" rIns="0" bIns="0" rtlCol="0">
            <a:noAutofit/>
          </a:bodyPr>
          <a:lstStyle/>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New York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USA</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London</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UK</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Munich</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Germany</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Zug</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Switzerland</a:t>
            </a:r>
          </a:p>
          <a:p>
            <a:pPr>
              <a:lnSpc>
                <a:spcPts val="3223"/>
              </a:lnSpc>
            </a:pPr>
            <a:endParaRPr lang="en-US" sz="2275" b="0" i="0" dirty="0">
              <a:solidFill>
                <a:schemeClr val="tx2"/>
              </a:solidFill>
              <a:latin typeface="DA_FuturaPT Book" panose="020B0502020204020303" pitchFamily="34" charset="0"/>
              <a:ea typeface="DA_FuturaPT Book" panose="020B0502020204020303" pitchFamily="34" charset="0"/>
            </a:endParaRPr>
          </a:p>
        </p:txBody>
      </p:sp>
      <p:pic>
        <p:nvPicPr>
          <p:cNvPr id="7" name="Picture 6">
            <a:extLst>
              <a:ext uri="{FF2B5EF4-FFF2-40B4-BE49-F238E27FC236}">
                <a16:creationId xmlns:a16="http://schemas.microsoft.com/office/drawing/2014/main" id="{7C0B8819-F8E8-2A78-B421-E8C98776196D}"/>
              </a:ext>
            </a:extLst>
          </p:cNvPr>
          <p:cNvPicPr>
            <a:picLocks noChangeAspect="1"/>
          </p:cNvPicPr>
          <p:nvPr userDrawn="1"/>
        </p:nvPicPr>
        <p:blipFill>
          <a:blip r:embed="rId2"/>
          <a:stretch>
            <a:fillRect/>
          </a:stretch>
        </p:blipFill>
        <p:spPr>
          <a:xfrm>
            <a:off x="3226973" y="3019926"/>
            <a:ext cx="3912791" cy="627523"/>
          </a:xfrm>
          <a:prstGeom prst="rect">
            <a:avLst/>
          </a:prstGeom>
        </p:spPr>
      </p:pic>
      <p:cxnSp>
        <p:nvCxnSpPr>
          <p:cNvPr id="2" name="Straight Connector 1">
            <a:extLst>
              <a:ext uri="{FF2B5EF4-FFF2-40B4-BE49-F238E27FC236}">
                <a16:creationId xmlns:a16="http://schemas.microsoft.com/office/drawing/2014/main" id="{8B3A778A-CC5C-0269-60B9-023A8A680D3F}"/>
              </a:ext>
            </a:extLst>
          </p:cNvPr>
          <p:cNvCxnSpPr>
            <a:cxnSpLocks/>
          </p:cNvCxnSpPr>
          <p:nvPr userDrawn="1"/>
        </p:nvCxnSpPr>
        <p:spPr>
          <a:xfrm>
            <a:off x="4081463" y="5860540"/>
            <a:ext cx="1312862"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3" name="Picture Placeholder 7">
            <a:extLst>
              <a:ext uri="{FF2B5EF4-FFF2-40B4-BE49-F238E27FC236}">
                <a16:creationId xmlns:a16="http://schemas.microsoft.com/office/drawing/2014/main" id="{F3BB2DD8-A1A3-5E32-B88E-F9779FDE689E}"/>
              </a:ext>
            </a:extLst>
          </p:cNvPr>
          <p:cNvSpPr>
            <a:spLocks noGrp="1"/>
          </p:cNvSpPr>
          <p:nvPr>
            <p:ph type="pic" sz="quarter" idx="21" hasCustomPrompt="1"/>
          </p:nvPr>
        </p:nvSpPr>
        <p:spPr>
          <a:xfrm>
            <a:off x="13357224" y="2922104"/>
            <a:ext cx="3490911" cy="809121"/>
          </a:xfrm>
          <a:prstGeom prst="rect">
            <a:avLst/>
          </a:prstGeom>
          <a:noFill/>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dirty="0"/>
              <a:t>LOGO</a:t>
            </a:r>
          </a:p>
        </p:txBody>
      </p:sp>
    </p:spTree>
    <p:extLst>
      <p:ext uri="{BB962C8B-B14F-4D97-AF65-F5344CB8AC3E}">
        <p14:creationId xmlns:p14="http://schemas.microsoft.com/office/powerpoint/2010/main" val="39317750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Slide 2 Lines + Partn logo">
    <p:bg>
      <p:bgPr>
        <a:solidFill>
          <a:schemeClr val="bg1"/>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4081463" y="4262939"/>
            <a:ext cx="11375424" cy="809121"/>
          </a:xfrm>
          <a:noFill/>
        </p:spPr>
        <p:txBody>
          <a:bodyPr/>
          <a:lstStyle>
            <a:lvl1pPr marL="0" marR="0" indent="0" algn="l" defTabSz="1300262" rtl="0" eaLnBrk="1" fontAlgn="auto" latinLnBrk="0" hangingPunct="1">
              <a:lnSpc>
                <a:spcPct val="90000"/>
              </a:lnSpc>
              <a:spcBef>
                <a:spcPct val="0"/>
              </a:spcBef>
              <a:spcAft>
                <a:spcPts val="0"/>
              </a:spcAft>
              <a:buClrTx/>
              <a:buSzTx/>
              <a:buFontTx/>
              <a:buNone/>
              <a:tabLst/>
              <a:defRPr/>
            </a:lvl1pPr>
          </a:lstStyle>
          <a:p>
            <a:r>
              <a:rPr lang="en-US" dirty="0"/>
              <a:t>Click to edit Master title style</a:t>
            </a:r>
            <a:br>
              <a:rPr lang="en-US" dirty="0"/>
            </a:br>
            <a:r>
              <a:rPr lang="en-US" dirty="0"/>
              <a:t>2 Lines</a:t>
            </a:r>
          </a:p>
        </p:txBody>
      </p:sp>
      <p:sp>
        <p:nvSpPr>
          <p:cNvPr id="46" name="TextBox 45"/>
          <p:cNvSpPr txBox="1"/>
          <p:nvPr userDrawn="1"/>
        </p:nvSpPr>
        <p:spPr>
          <a:xfrm>
            <a:off x="4081463" y="7147394"/>
            <a:ext cx="3484278" cy="1799227"/>
          </a:xfrm>
          <a:prstGeom prst="rect">
            <a:avLst/>
          </a:prstGeom>
          <a:noFill/>
        </p:spPr>
        <p:txBody>
          <a:bodyPr wrap="square" lIns="0" tIns="0" rIns="0" bIns="0" rtlCol="0">
            <a:noAutofit/>
          </a:bodyPr>
          <a:lstStyle/>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New York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USA</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London</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UK</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Munich</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Germany</a:t>
            </a:r>
          </a:p>
          <a:p>
            <a:pPr lvl="0">
              <a:lnSpc>
                <a:spcPts val="3223"/>
              </a:lnSpc>
            </a:pPr>
            <a:r>
              <a:rPr lang="en-US" sz="2275" b="0" i="0" dirty="0">
                <a:solidFill>
                  <a:schemeClr val="tx2"/>
                </a:solidFill>
                <a:latin typeface="DA_FuturaPT Medium" panose="020B0502020204020303" pitchFamily="34" charset="0"/>
                <a:ea typeface="DA_FuturaPT Medium" panose="020B0502020204020303" pitchFamily="34" charset="0"/>
              </a:rPr>
              <a:t>Zug</a:t>
            </a:r>
            <a:r>
              <a:rPr lang="en-US" sz="2275" b="0" i="0" dirty="0">
                <a:solidFill>
                  <a:schemeClr val="tx2"/>
                </a:solidFill>
                <a:latin typeface="DA_FuturaPT Book" panose="020B0502020204020303" pitchFamily="34" charset="0"/>
                <a:ea typeface="DA_FuturaPT Book" panose="020B0502020204020303" pitchFamily="34" charset="0"/>
              </a:rPr>
              <a:t> </a:t>
            </a:r>
            <a:r>
              <a:rPr lang="en-US" sz="2275" b="0" i="0" dirty="0">
                <a:solidFill>
                  <a:schemeClr val="tx2"/>
                </a:solidFill>
                <a:latin typeface="DA_FuturaPT Book" panose="020B0502020204020303" pitchFamily="34" charset="0"/>
                <a:ea typeface="DA_FuturaPT Book" panose="020B0502020204020303" pitchFamily="34" charset="0"/>
                <a:cs typeface="Open Sans Light" charset="0"/>
              </a:rPr>
              <a:t>Switzerland</a:t>
            </a:r>
          </a:p>
          <a:p>
            <a:pPr>
              <a:lnSpc>
                <a:spcPts val="3223"/>
              </a:lnSpc>
            </a:pPr>
            <a:endParaRPr lang="en-US" sz="2275" b="0" i="0" dirty="0">
              <a:solidFill>
                <a:schemeClr val="tx2"/>
              </a:solidFill>
              <a:latin typeface="DA_FuturaPT Book" panose="020B0502020204020303" pitchFamily="34" charset="0"/>
              <a:ea typeface="DA_FuturaPT Book" panose="020B0502020204020303" pitchFamily="34" charset="0"/>
            </a:endParaRPr>
          </a:p>
        </p:txBody>
      </p:sp>
      <p:pic>
        <p:nvPicPr>
          <p:cNvPr id="7" name="Picture 6">
            <a:extLst>
              <a:ext uri="{FF2B5EF4-FFF2-40B4-BE49-F238E27FC236}">
                <a16:creationId xmlns:a16="http://schemas.microsoft.com/office/drawing/2014/main" id="{7C0B8819-F8E8-2A78-B421-E8C98776196D}"/>
              </a:ext>
            </a:extLst>
          </p:cNvPr>
          <p:cNvPicPr>
            <a:picLocks noChangeAspect="1"/>
          </p:cNvPicPr>
          <p:nvPr userDrawn="1"/>
        </p:nvPicPr>
        <p:blipFill>
          <a:blip r:embed="rId2"/>
          <a:stretch>
            <a:fillRect/>
          </a:stretch>
        </p:blipFill>
        <p:spPr>
          <a:xfrm>
            <a:off x="3226973" y="3019926"/>
            <a:ext cx="3912791" cy="627523"/>
          </a:xfrm>
          <a:prstGeom prst="rect">
            <a:avLst/>
          </a:prstGeom>
        </p:spPr>
      </p:pic>
      <p:cxnSp>
        <p:nvCxnSpPr>
          <p:cNvPr id="2" name="Straight Connector 1">
            <a:extLst>
              <a:ext uri="{FF2B5EF4-FFF2-40B4-BE49-F238E27FC236}">
                <a16:creationId xmlns:a16="http://schemas.microsoft.com/office/drawing/2014/main" id="{8B3A778A-CC5C-0269-60B9-023A8A680D3F}"/>
              </a:ext>
            </a:extLst>
          </p:cNvPr>
          <p:cNvCxnSpPr>
            <a:cxnSpLocks/>
          </p:cNvCxnSpPr>
          <p:nvPr userDrawn="1"/>
        </p:nvCxnSpPr>
        <p:spPr>
          <a:xfrm>
            <a:off x="4081463" y="5860540"/>
            <a:ext cx="1312862"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3" name="Picture Placeholder 7">
            <a:extLst>
              <a:ext uri="{FF2B5EF4-FFF2-40B4-BE49-F238E27FC236}">
                <a16:creationId xmlns:a16="http://schemas.microsoft.com/office/drawing/2014/main" id="{F3BB2DD8-A1A3-5E32-B88E-F9779FDE689E}"/>
              </a:ext>
            </a:extLst>
          </p:cNvPr>
          <p:cNvSpPr>
            <a:spLocks noGrp="1"/>
          </p:cNvSpPr>
          <p:nvPr>
            <p:ph type="pic" sz="quarter" idx="21" hasCustomPrompt="1"/>
          </p:nvPr>
        </p:nvSpPr>
        <p:spPr>
          <a:xfrm>
            <a:off x="13357224" y="2922104"/>
            <a:ext cx="3490911" cy="809121"/>
          </a:xfrm>
          <a:prstGeom prst="rect">
            <a:avLst/>
          </a:prstGeom>
          <a:noFill/>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dirty="0"/>
              <a:t>LOGO</a:t>
            </a:r>
          </a:p>
        </p:txBody>
      </p:sp>
    </p:spTree>
    <p:extLst>
      <p:ext uri="{BB962C8B-B14F-4D97-AF65-F5344CB8AC3E}">
        <p14:creationId xmlns:p14="http://schemas.microsoft.com/office/powerpoint/2010/main" val="41316338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Header 1 Line Content 1 Row">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a:t>
            </a:r>
          </a:p>
        </p:txBody>
      </p:sp>
      <p:pic>
        <p:nvPicPr>
          <p:cNvPr id="13" name="Picture 12">
            <a:extLst>
              <a:ext uri="{FF2B5EF4-FFF2-40B4-BE49-F238E27FC236}">
                <a16:creationId xmlns:a16="http://schemas.microsoft.com/office/drawing/2014/main" id="{96597C9E-6F40-BB16-03A0-6580B9778EBA}"/>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12" name="Content Placeholder 11">
            <a:extLst>
              <a:ext uri="{FF2B5EF4-FFF2-40B4-BE49-F238E27FC236}">
                <a16:creationId xmlns:a16="http://schemas.microsoft.com/office/drawing/2014/main" id="{B1147A31-0FB7-4A83-96E2-920430B279AA}"/>
              </a:ext>
            </a:extLst>
          </p:cNvPr>
          <p:cNvSpPr>
            <a:spLocks noGrp="1"/>
          </p:cNvSpPr>
          <p:nvPr>
            <p:ph sz="quarter" idx="10"/>
          </p:nvPr>
        </p:nvSpPr>
        <p:spPr>
          <a:xfrm>
            <a:off x="1439863" y="2660650"/>
            <a:ext cx="15408275"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9859021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Header 1 Line 1 Row + 2nd logo">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1" y="1080001"/>
            <a:ext cx="10879000" cy="896438"/>
          </a:xfrm>
        </p:spPr>
        <p:txBody>
          <a:bodyPr/>
          <a:lstStyle>
            <a:lvl1pPr>
              <a:defRPr baseline="0"/>
            </a:lvl1pPr>
          </a:lstStyle>
          <a:p>
            <a:r>
              <a:rPr lang="en-US" dirty="0"/>
              <a:t>Click to edit</a:t>
            </a:r>
          </a:p>
        </p:txBody>
      </p:sp>
      <p:pic>
        <p:nvPicPr>
          <p:cNvPr id="13" name="Picture 12">
            <a:extLst>
              <a:ext uri="{FF2B5EF4-FFF2-40B4-BE49-F238E27FC236}">
                <a16:creationId xmlns:a16="http://schemas.microsoft.com/office/drawing/2014/main" id="{96597C9E-6F40-BB16-03A0-6580B9778EBA}"/>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12" name="Content Placeholder 11">
            <a:extLst>
              <a:ext uri="{FF2B5EF4-FFF2-40B4-BE49-F238E27FC236}">
                <a16:creationId xmlns:a16="http://schemas.microsoft.com/office/drawing/2014/main" id="{B1147A31-0FB7-4A83-96E2-920430B279AA}"/>
              </a:ext>
            </a:extLst>
          </p:cNvPr>
          <p:cNvSpPr>
            <a:spLocks noGrp="1"/>
          </p:cNvSpPr>
          <p:nvPr>
            <p:ph sz="quarter" idx="10"/>
          </p:nvPr>
        </p:nvSpPr>
        <p:spPr>
          <a:xfrm>
            <a:off x="1439863" y="2660650"/>
            <a:ext cx="15408275"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8" name="Picture Placeholder 7">
            <a:extLst>
              <a:ext uri="{FF2B5EF4-FFF2-40B4-BE49-F238E27FC236}">
                <a16:creationId xmlns:a16="http://schemas.microsoft.com/office/drawing/2014/main" id="{A585CB97-F77F-0D1C-FCAA-9E51213DC894}"/>
              </a:ext>
            </a:extLst>
          </p:cNvPr>
          <p:cNvSpPr>
            <a:spLocks noGrp="1"/>
          </p:cNvSpPr>
          <p:nvPr>
            <p:ph type="pic" sz="quarter" idx="11" hasCustomPrompt="1"/>
          </p:nvPr>
        </p:nvSpPr>
        <p:spPr>
          <a:xfrm>
            <a:off x="12666620" y="1080002"/>
            <a:ext cx="1681162" cy="565905"/>
          </a:xfrm>
        </p:spPr>
        <p:txBody>
          <a:bodyPr anchor="ctr"/>
          <a:lstStyle>
            <a:lvl1pPr algn="ctr">
              <a:defRPr sz="1800"/>
            </a:lvl1pPr>
          </a:lstStyle>
          <a:p>
            <a:r>
              <a:rPr lang="en-IL" dirty="0"/>
              <a:t>logo</a:t>
            </a:r>
          </a:p>
        </p:txBody>
      </p:sp>
    </p:spTree>
    <p:extLst>
      <p:ext uri="{BB962C8B-B14F-4D97-AF65-F5344CB8AC3E}">
        <p14:creationId xmlns:p14="http://schemas.microsoft.com/office/powerpoint/2010/main" val="33730770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Header 1 Line  + 2nd logo below">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1" y="1080001"/>
            <a:ext cx="10879000" cy="896438"/>
          </a:xfrm>
        </p:spPr>
        <p:txBody>
          <a:bodyPr/>
          <a:lstStyle>
            <a:lvl1pPr>
              <a:defRPr baseline="0"/>
            </a:lvl1pPr>
          </a:lstStyle>
          <a:p>
            <a:r>
              <a:rPr lang="en-US" dirty="0"/>
              <a:t>Click to edit</a:t>
            </a:r>
          </a:p>
        </p:txBody>
      </p:sp>
      <p:pic>
        <p:nvPicPr>
          <p:cNvPr id="13" name="Picture 12">
            <a:extLst>
              <a:ext uri="{FF2B5EF4-FFF2-40B4-BE49-F238E27FC236}">
                <a16:creationId xmlns:a16="http://schemas.microsoft.com/office/drawing/2014/main" id="{96597C9E-6F40-BB16-03A0-6580B9778EBA}"/>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12" name="Content Placeholder 11">
            <a:extLst>
              <a:ext uri="{FF2B5EF4-FFF2-40B4-BE49-F238E27FC236}">
                <a16:creationId xmlns:a16="http://schemas.microsoft.com/office/drawing/2014/main" id="{B1147A31-0FB7-4A83-96E2-920430B279AA}"/>
              </a:ext>
            </a:extLst>
          </p:cNvPr>
          <p:cNvSpPr>
            <a:spLocks noGrp="1"/>
          </p:cNvSpPr>
          <p:nvPr>
            <p:ph sz="quarter" idx="10"/>
          </p:nvPr>
        </p:nvSpPr>
        <p:spPr>
          <a:xfrm>
            <a:off x="1439863" y="2660650"/>
            <a:ext cx="15408275"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8" name="Picture Placeholder 7">
            <a:extLst>
              <a:ext uri="{FF2B5EF4-FFF2-40B4-BE49-F238E27FC236}">
                <a16:creationId xmlns:a16="http://schemas.microsoft.com/office/drawing/2014/main" id="{A585CB97-F77F-0D1C-FCAA-9E51213DC894}"/>
              </a:ext>
            </a:extLst>
          </p:cNvPr>
          <p:cNvSpPr>
            <a:spLocks noGrp="1"/>
          </p:cNvSpPr>
          <p:nvPr>
            <p:ph type="pic" sz="quarter" idx="11" hasCustomPrompt="1"/>
          </p:nvPr>
        </p:nvSpPr>
        <p:spPr>
          <a:xfrm>
            <a:off x="14692139" y="2098981"/>
            <a:ext cx="2155998" cy="565905"/>
          </a:xfrm>
        </p:spPr>
        <p:txBody>
          <a:bodyPr anchor="ctr"/>
          <a:lstStyle>
            <a:lvl1pPr algn="ctr">
              <a:defRPr sz="1800"/>
            </a:lvl1pPr>
          </a:lstStyle>
          <a:p>
            <a:r>
              <a:rPr lang="en-IL" dirty="0"/>
              <a:t>logo</a:t>
            </a:r>
          </a:p>
        </p:txBody>
      </p:sp>
    </p:spTree>
    <p:extLst>
      <p:ext uri="{BB962C8B-B14F-4D97-AF65-F5344CB8AC3E}">
        <p14:creationId xmlns:p14="http://schemas.microsoft.com/office/powerpoint/2010/main" val="11253288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Header 1 Line Content 2 Bloc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a:t>
            </a:r>
          </a:p>
        </p:txBody>
      </p:sp>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12" name="Content Placeholder 11">
            <a:extLst>
              <a:ext uri="{FF2B5EF4-FFF2-40B4-BE49-F238E27FC236}">
                <a16:creationId xmlns:a16="http://schemas.microsoft.com/office/drawing/2014/main" id="{B1147A31-0FB7-4A83-96E2-920430B279AA}"/>
              </a:ext>
            </a:extLst>
          </p:cNvPr>
          <p:cNvSpPr>
            <a:spLocks noGrp="1"/>
          </p:cNvSpPr>
          <p:nvPr>
            <p:ph sz="quarter" idx="10"/>
          </p:nvPr>
        </p:nvSpPr>
        <p:spPr>
          <a:xfrm>
            <a:off x="1439865" y="2660650"/>
            <a:ext cx="7494586"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4" name="Content Placeholder 3">
            <a:extLst>
              <a:ext uri="{FF2B5EF4-FFF2-40B4-BE49-F238E27FC236}">
                <a16:creationId xmlns:a16="http://schemas.microsoft.com/office/drawing/2014/main" id="{56F5A0D4-A45A-FD2F-C720-7A45C4A044FF}"/>
              </a:ext>
            </a:extLst>
          </p:cNvPr>
          <p:cNvSpPr>
            <a:spLocks noGrp="1"/>
          </p:cNvSpPr>
          <p:nvPr>
            <p:ph sz="quarter" idx="11"/>
          </p:nvPr>
        </p:nvSpPr>
        <p:spPr>
          <a:xfrm>
            <a:off x="9353551" y="2660650"/>
            <a:ext cx="7494586"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pic>
        <p:nvPicPr>
          <p:cNvPr id="5" name="Picture 4">
            <a:extLst>
              <a:ext uri="{FF2B5EF4-FFF2-40B4-BE49-F238E27FC236}">
                <a16:creationId xmlns:a16="http://schemas.microsoft.com/office/drawing/2014/main" id="{F4DAE4E2-633C-0C89-6BF2-0F836853ACDC}"/>
              </a:ext>
            </a:extLst>
          </p:cNvPr>
          <p:cNvPicPr>
            <a:picLocks noChangeAspect="1"/>
          </p:cNvPicPr>
          <p:nvPr userDrawn="1"/>
        </p:nvPicPr>
        <p:blipFill>
          <a:blip r:embed="rId2"/>
          <a:stretch>
            <a:fillRect/>
          </a:stretch>
        </p:blipFill>
        <p:spPr>
          <a:xfrm>
            <a:off x="14695401" y="1300133"/>
            <a:ext cx="2155998" cy="345774"/>
          </a:xfrm>
          <a:prstGeom prst="rect">
            <a:avLst/>
          </a:prstGeom>
        </p:spPr>
      </p:pic>
    </p:spTree>
    <p:extLst>
      <p:ext uri="{BB962C8B-B14F-4D97-AF65-F5344CB8AC3E}">
        <p14:creationId xmlns:p14="http://schemas.microsoft.com/office/powerpoint/2010/main" val="265081293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Header 1 Line Content 3 Bloc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a:t>
            </a:r>
          </a:p>
        </p:txBody>
      </p:sp>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12" name="Content Placeholder 11">
            <a:extLst>
              <a:ext uri="{FF2B5EF4-FFF2-40B4-BE49-F238E27FC236}">
                <a16:creationId xmlns:a16="http://schemas.microsoft.com/office/drawing/2014/main" id="{B1147A31-0FB7-4A83-96E2-920430B279AA}"/>
              </a:ext>
            </a:extLst>
          </p:cNvPr>
          <p:cNvSpPr>
            <a:spLocks noGrp="1"/>
          </p:cNvSpPr>
          <p:nvPr>
            <p:ph sz="quarter" idx="10"/>
          </p:nvPr>
        </p:nvSpPr>
        <p:spPr>
          <a:xfrm>
            <a:off x="1439865" y="2660650"/>
            <a:ext cx="4859336"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4" name="Content Placeholder 3">
            <a:extLst>
              <a:ext uri="{FF2B5EF4-FFF2-40B4-BE49-F238E27FC236}">
                <a16:creationId xmlns:a16="http://schemas.microsoft.com/office/drawing/2014/main" id="{56F5A0D4-A45A-FD2F-C720-7A45C4A044FF}"/>
              </a:ext>
            </a:extLst>
          </p:cNvPr>
          <p:cNvSpPr>
            <a:spLocks noGrp="1"/>
          </p:cNvSpPr>
          <p:nvPr>
            <p:ph sz="quarter" idx="11"/>
          </p:nvPr>
        </p:nvSpPr>
        <p:spPr>
          <a:xfrm>
            <a:off x="6713539" y="2660650"/>
            <a:ext cx="4857750"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pic>
        <p:nvPicPr>
          <p:cNvPr id="5" name="Picture 4">
            <a:extLst>
              <a:ext uri="{FF2B5EF4-FFF2-40B4-BE49-F238E27FC236}">
                <a16:creationId xmlns:a16="http://schemas.microsoft.com/office/drawing/2014/main" id="{F4DAE4E2-633C-0C89-6BF2-0F836853ACDC}"/>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8" name="Content Placeholder 7">
            <a:extLst>
              <a:ext uri="{FF2B5EF4-FFF2-40B4-BE49-F238E27FC236}">
                <a16:creationId xmlns:a16="http://schemas.microsoft.com/office/drawing/2014/main" id="{48FEE6BE-87AA-59D8-25CC-C1658A1D00A9}"/>
              </a:ext>
            </a:extLst>
          </p:cNvPr>
          <p:cNvSpPr>
            <a:spLocks noGrp="1"/>
          </p:cNvSpPr>
          <p:nvPr>
            <p:ph sz="quarter" idx="12"/>
          </p:nvPr>
        </p:nvSpPr>
        <p:spPr>
          <a:xfrm>
            <a:off x="11990388" y="2660650"/>
            <a:ext cx="4857750"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Tree>
    <p:extLst>
      <p:ext uri="{BB962C8B-B14F-4D97-AF65-F5344CB8AC3E}">
        <p14:creationId xmlns:p14="http://schemas.microsoft.com/office/powerpoint/2010/main" val="27974134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ubbrand  1 Line 3 Bloc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a:t>
            </a:r>
          </a:p>
        </p:txBody>
      </p:sp>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12" name="Content Placeholder 11">
            <a:extLst>
              <a:ext uri="{FF2B5EF4-FFF2-40B4-BE49-F238E27FC236}">
                <a16:creationId xmlns:a16="http://schemas.microsoft.com/office/drawing/2014/main" id="{B1147A31-0FB7-4A83-96E2-920430B279AA}"/>
              </a:ext>
            </a:extLst>
          </p:cNvPr>
          <p:cNvSpPr>
            <a:spLocks noGrp="1"/>
          </p:cNvSpPr>
          <p:nvPr>
            <p:ph sz="quarter" idx="10"/>
          </p:nvPr>
        </p:nvSpPr>
        <p:spPr>
          <a:xfrm>
            <a:off x="1439865" y="2660650"/>
            <a:ext cx="4859336"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4" name="Content Placeholder 3">
            <a:extLst>
              <a:ext uri="{FF2B5EF4-FFF2-40B4-BE49-F238E27FC236}">
                <a16:creationId xmlns:a16="http://schemas.microsoft.com/office/drawing/2014/main" id="{56F5A0D4-A45A-FD2F-C720-7A45C4A044FF}"/>
              </a:ext>
            </a:extLst>
          </p:cNvPr>
          <p:cNvSpPr>
            <a:spLocks noGrp="1"/>
          </p:cNvSpPr>
          <p:nvPr>
            <p:ph sz="quarter" idx="11"/>
          </p:nvPr>
        </p:nvSpPr>
        <p:spPr>
          <a:xfrm>
            <a:off x="6713538" y="2660650"/>
            <a:ext cx="4859336"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8" name="Content Placeholder 7">
            <a:extLst>
              <a:ext uri="{FF2B5EF4-FFF2-40B4-BE49-F238E27FC236}">
                <a16:creationId xmlns:a16="http://schemas.microsoft.com/office/drawing/2014/main" id="{48FEE6BE-87AA-59D8-25CC-C1658A1D00A9}"/>
              </a:ext>
            </a:extLst>
          </p:cNvPr>
          <p:cNvSpPr>
            <a:spLocks noGrp="1"/>
          </p:cNvSpPr>
          <p:nvPr>
            <p:ph sz="quarter" idx="12"/>
          </p:nvPr>
        </p:nvSpPr>
        <p:spPr>
          <a:xfrm>
            <a:off x="11987211" y="2660650"/>
            <a:ext cx="4860927"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pic>
        <p:nvPicPr>
          <p:cNvPr id="3" name="Picture 2">
            <a:extLst>
              <a:ext uri="{FF2B5EF4-FFF2-40B4-BE49-F238E27FC236}">
                <a16:creationId xmlns:a16="http://schemas.microsoft.com/office/drawing/2014/main" id="{84C4B459-BD28-A77C-5089-C405A09170BF}"/>
              </a:ext>
            </a:extLst>
          </p:cNvPr>
          <p:cNvPicPr>
            <a:picLocks noChangeAspect="1"/>
          </p:cNvPicPr>
          <p:nvPr userDrawn="1"/>
        </p:nvPicPr>
        <p:blipFill>
          <a:blip r:embed="rId2"/>
          <a:stretch>
            <a:fillRect/>
          </a:stretch>
        </p:blipFill>
        <p:spPr>
          <a:xfrm>
            <a:off x="14695401" y="1300133"/>
            <a:ext cx="2155998" cy="345774"/>
          </a:xfrm>
          <a:prstGeom prst="rect">
            <a:avLst/>
          </a:prstGeom>
        </p:spPr>
      </p:pic>
    </p:spTree>
    <p:extLst>
      <p:ext uri="{BB962C8B-B14F-4D97-AF65-F5344CB8AC3E}">
        <p14:creationId xmlns:p14="http://schemas.microsoft.com/office/powerpoint/2010/main" val="11899667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Header 1 Lin 2 Bloc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a:t>
            </a:r>
          </a:p>
        </p:txBody>
      </p:sp>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F4DAE4E2-633C-0C89-6BF2-0F836853ACDC}"/>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3" name="Picture Placeholder 7">
            <a:extLst>
              <a:ext uri="{FF2B5EF4-FFF2-40B4-BE49-F238E27FC236}">
                <a16:creationId xmlns:a16="http://schemas.microsoft.com/office/drawing/2014/main" id="{E2A806DD-DE4A-96B8-7445-46FBE82E9669}"/>
              </a:ext>
            </a:extLst>
          </p:cNvPr>
          <p:cNvSpPr>
            <a:spLocks noGrp="1"/>
          </p:cNvSpPr>
          <p:nvPr>
            <p:ph type="pic" sz="quarter" idx="21"/>
          </p:nvPr>
        </p:nvSpPr>
        <p:spPr>
          <a:xfrm>
            <a:off x="9353550" y="2660650"/>
            <a:ext cx="7494586" cy="6264272"/>
          </a:xfrm>
          <a:prstGeom prst="rect">
            <a:avLst/>
          </a:prstGeom>
          <a:solidFill>
            <a:schemeClr val="bg1">
              <a:lumMod val="95000"/>
            </a:schemeClr>
          </a:solidFill>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
        <p:nvSpPr>
          <p:cNvPr id="8" name="Text Placeholder 7">
            <a:extLst>
              <a:ext uri="{FF2B5EF4-FFF2-40B4-BE49-F238E27FC236}">
                <a16:creationId xmlns:a16="http://schemas.microsoft.com/office/drawing/2014/main" id="{1042E869-6558-665F-75AA-05132E6005C7}"/>
              </a:ext>
            </a:extLst>
          </p:cNvPr>
          <p:cNvSpPr>
            <a:spLocks noGrp="1"/>
          </p:cNvSpPr>
          <p:nvPr>
            <p:ph type="body" sz="quarter" idx="22"/>
          </p:nvPr>
        </p:nvSpPr>
        <p:spPr>
          <a:xfrm>
            <a:off x="1439863" y="2660403"/>
            <a:ext cx="7494587" cy="62645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Tree>
    <p:extLst>
      <p:ext uri="{BB962C8B-B14F-4D97-AF65-F5344CB8AC3E}">
        <p14:creationId xmlns:p14="http://schemas.microsoft.com/office/powerpoint/2010/main" val="359147941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Header 1 Lin Phon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a:t>
            </a:r>
          </a:p>
        </p:txBody>
      </p:sp>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F4DAE4E2-633C-0C89-6BF2-0F836853ACDC}"/>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8" name="Text Placeholder 7">
            <a:extLst>
              <a:ext uri="{FF2B5EF4-FFF2-40B4-BE49-F238E27FC236}">
                <a16:creationId xmlns:a16="http://schemas.microsoft.com/office/drawing/2014/main" id="{1042E869-6558-665F-75AA-05132E6005C7}"/>
              </a:ext>
            </a:extLst>
          </p:cNvPr>
          <p:cNvSpPr>
            <a:spLocks noGrp="1"/>
          </p:cNvSpPr>
          <p:nvPr>
            <p:ph type="body" sz="quarter" idx="22"/>
          </p:nvPr>
        </p:nvSpPr>
        <p:spPr>
          <a:xfrm>
            <a:off x="5394325" y="2660650"/>
            <a:ext cx="7496175" cy="626427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pic>
        <p:nvPicPr>
          <p:cNvPr id="4" name="Рисунок 4">
            <a:extLst>
              <a:ext uri="{FF2B5EF4-FFF2-40B4-BE49-F238E27FC236}">
                <a16:creationId xmlns:a16="http://schemas.microsoft.com/office/drawing/2014/main" id="{228F655E-4DAC-1A56-3F20-51037241F5B7}"/>
              </a:ext>
            </a:extLst>
          </p:cNvPr>
          <p:cNvPicPr>
            <a:picLocks noChangeAspect="1"/>
          </p:cNvPicPr>
          <p:nvPr userDrawn="1"/>
        </p:nvPicPr>
        <p:blipFill>
          <a:blip r:embed="rId3"/>
          <a:srcRect/>
          <a:stretch/>
        </p:blipFill>
        <p:spPr>
          <a:xfrm>
            <a:off x="1439863" y="2655084"/>
            <a:ext cx="3059293" cy="6371374"/>
          </a:xfrm>
          <a:prstGeom prst="rect">
            <a:avLst/>
          </a:prstGeom>
        </p:spPr>
      </p:pic>
      <p:sp>
        <p:nvSpPr>
          <p:cNvPr id="9" name="Рисунок 6">
            <a:extLst>
              <a:ext uri="{FF2B5EF4-FFF2-40B4-BE49-F238E27FC236}">
                <a16:creationId xmlns:a16="http://schemas.microsoft.com/office/drawing/2014/main" id="{6B561E78-2740-9A45-5EAA-E2745A21D351}"/>
              </a:ext>
            </a:extLst>
          </p:cNvPr>
          <p:cNvSpPr>
            <a:spLocks noGrp="1"/>
          </p:cNvSpPr>
          <p:nvPr>
            <p:ph type="pic" sz="quarter" idx="15"/>
          </p:nvPr>
        </p:nvSpPr>
        <p:spPr>
          <a:xfrm>
            <a:off x="1580744" y="2815176"/>
            <a:ext cx="2777247" cy="6050821"/>
          </a:xfrm>
          <a:prstGeom prst="roundRect">
            <a:avLst>
              <a:gd name="adj" fmla="val 11154"/>
            </a:avLst>
          </a:prstGeom>
          <a:pattFill prst="lgCheck">
            <a:fgClr>
              <a:schemeClr val="bg1">
                <a:lumMod val="85000"/>
              </a:schemeClr>
            </a:fgClr>
            <a:bgClr>
              <a:schemeClr val="bg1"/>
            </a:bgClr>
          </a:pattFill>
          <a:ln>
            <a:noFill/>
          </a:ln>
        </p:spPr>
        <p:txBody>
          <a:bodyPr/>
          <a:lstStyle>
            <a:lvl1pPr algn="ctr">
              <a:defRPr/>
            </a:lvl1pPr>
          </a:lstStyle>
          <a:p>
            <a:r>
              <a:rPr lang="en-US"/>
              <a:t>Click icon to add picture</a:t>
            </a:r>
            <a:endParaRPr lang="ru-RU" dirty="0"/>
          </a:p>
        </p:txBody>
      </p:sp>
    </p:spTree>
    <p:extLst>
      <p:ext uri="{BB962C8B-B14F-4D97-AF65-F5344CB8AC3E}">
        <p14:creationId xmlns:p14="http://schemas.microsoft.com/office/powerpoint/2010/main" val="197248021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Header 1 Lin Phone_Bi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a:t>
            </a:r>
          </a:p>
        </p:txBody>
      </p:sp>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F4DAE4E2-633C-0C89-6BF2-0F836853ACDC}"/>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8" name="Text Placeholder 7">
            <a:extLst>
              <a:ext uri="{FF2B5EF4-FFF2-40B4-BE49-F238E27FC236}">
                <a16:creationId xmlns:a16="http://schemas.microsoft.com/office/drawing/2014/main" id="{1042E869-6558-665F-75AA-05132E6005C7}"/>
              </a:ext>
            </a:extLst>
          </p:cNvPr>
          <p:cNvSpPr>
            <a:spLocks noGrp="1"/>
          </p:cNvSpPr>
          <p:nvPr>
            <p:ph type="body" sz="quarter" idx="22"/>
          </p:nvPr>
        </p:nvSpPr>
        <p:spPr>
          <a:xfrm>
            <a:off x="7610475" y="2660650"/>
            <a:ext cx="6596064" cy="62642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pic>
        <p:nvPicPr>
          <p:cNvPr id="10" name="Рисунок 14">
            <a:extLst>
              <a:ext uri="{FF2B5EF4-FFF2-40B4-BE49-F238E27FC236}">
                <a16:creationId xmlns:a16="http://schemas.microsoft.com/office/drawing/2014/main" id="{55B947F3-A944-0F65-D31B-F5E205EF2F1D}"/>
              </a:ext>
            </a:extLst>
          </p:cNvPr>
          <p:cNvPicPr>
            <a:picLocks noChangeAspect="1"/>
          </p:cNvPicPr>
          <p:nvPr userDrawn="1"/>
        </p:nvPicPr>
        <p:blipFill rotWithShape="1">
          <a:blip r:embed="rId3">
            <a:extLst>
              <a:ext uri="{96DAC541-7B7A-43D3-8B79-37D633B846F1}">
                <asvg:svgBlip xmlns:asvg="http://schemas.microsoft.com/office/drawing/2016/SVG/main" r:embed="rId4"/>
              </a:ext>
            </a:extLst>
          </a:blip>
          <a:srcRect l="26969" r="31545" b="18048"/>
          <a:stretch/>
        </p:blipFill>
        <p:spPr>
          <a:xfrm>
            <a:off x="-121444" y="2660399"/>
            <a:ext cx="7189789" cy="9161927"/>
          </a:xfrm>
          <a:prstGeom prst="rect">
            <a:avLst/>
          </a:prstGeom>
        </p:spPr>
      </p:pic>
      <p:sp>
        <p:nvSpPr>
          <p:cNvPr id="11" name="Рисунок 16">
            <a:extLst>
              <a:ext uri="{FF2B5EF4-FFF2-40B4-BE49-F238E27FC236}">
                <a16:creationId xmlns:a16="http://schemas.microsoft.com/office/drawing/2014/main" id="{45FEF48C-C27D-4C0C-A739-4295D7686785}"/>
              </a:ext>
            </a:extLst>
          </p:cNvPr>
          <p:cNvSpPr>
            <a:spLocks noGrp="1"/>
          </p:cNvSpPr>
          <p:nvPr>
            <p:ph type="pic" sz="quarter" idx="15"/>
          </p:nvPr>
        </p:nvSpPr>
        <p:spPr>
          <a:xfrm>
            <a:off x="1642820" y="2890434"/>
            <a:ext cx="4579749" cy="8931893"/>
          </a:xfrm>
          <a:custGeom>
            <a:avLst/>
            <a:gdLst>
              <a:gd name="connsiteX0" fmla="*/ 531771 w 4767536"/>
              <a:gd name="connsiteY0" fmla="*/ 0 h 8981853"/>
              <a:gd name="connsiteX1" fmla="*/ 4235765 w 4767536"/>
              <a:gd name="connsiteY1" fmla="*/ 0 h 8981853"/>
              <a:gd name="connsiteX2" fmla="*/ 4767536 w 4767536"/>
              <a:gd name="connsiteY2" fmla="*/ 531771 h 8981853"/>
              <a:gd name="connsiteX3" fmla="*/ 4767536 w 4767536"/>
              <a:gd name="connsiteY3" fmla="*/ 8981853 h 8981853"/>
              <a:gd name="connsiteX4" fmla="*/ 0 w 4767536"/>
              <a:gd name="connsiteY4" fmla="*/ 8981853 h 8981853"/>
              <a:gd name="connsiteX5" fmla="*/ 0 w 4767536"/>
              <a:gd name="connsiteY5" fmla="*/ 531771 h 8981853"/>
              <a:gd name="connsiteX6" fmla="*/ 531771 w 4767536"/>
              <a:gd name="connsiteY6" fmla="*/ 0 h 89818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767536" h="8981853">
                <a:moveTo>
                  <a:pt x="531771" y="0"/>
                </a:moveTo>
                <a:lnTo>
                  <a:pt x="4235765" y="0"/>
                </a:lnTo>
                <a:cubicBezTo>
                  <a:pt x="4529454" y="0"/>
                  <a:pt x="4767536" y="238082"/>
                  <a:pt x="4767536" y="531771"/>
                </a:cubicBezTo>
                <a:lnTo>
                  <a:pt x="4767536" y="8981853"/>
                </a:lnTo>
                <a:lnTo>
                  <a:pt x="0" y="8981853"/>
                </a:lnTo>
                <a:lnTo>
                  <a:pt x="0" y="531771"/>
                </a:lnTo>
                <a:cubicBezTo>
                  <a:pt x="0" y="238082"/>
                  <a:pt x="238082" y="0"/>
                  <a:pt x="531771" y="0"/>
                </a:cubicBezTo>
                <a:close/>
              </a:path>
            </a:pathLst>
          </a:custGeom>
          <a:pattFill prst="lgCheck">
            <a:fgClr>
              <a:schemeClr val="bg1">
                <a:lumMod val="85000"/>
              </a:schemeClr>
            </a:fgClr>
            <a:bgClr>
              <a:schemeClr val="bg1"/>
            </a:bgClr>
          </a:pattFill>
          <a:ln>
            <a:noFill/>
          </a:ln>
        </p:spPr>
        <p:txBody>
          <a:bodyPr wrap="square">
            <a:noAutofit/>
          </a:bodyPr>
          <a:lstStyle>
            <a:lvl1pPr algn="ctr">
              <a:defRPr/>
            </a:lvl1pPr>
          </a:lstStyle>
          <a:p>
            <a:r>
              <a:rPr lang="en-US"/>
              <a:t>Click icon to add picture</a:t>
            </a:r>
            <a:endParaRPr lang="ru-RU" dirty="0"/>
          </a:p>
        </p:txBody>
      </p:sp>
    </p:spTree>
    <p:extLst>
      <p:ext uri="{BB962C8B-B14F-4D97-AF65-F5344CB8AC3E}">
        <p14:creationId xmlns:p14="http://schemas.microsoft.com/office/powerpoint/2010/main" val="73132971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Header 1 Lin Phone_Bi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a:t>
            </a:r>
          </a:p>
        </p:txBody>
      </p:sp>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F4DAE4E2-633C-0C89-6BF2-0F836853ACDC}"/>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8" name="Text Placeholder 7">
            <a:extLst>
              <a:ext uri="{FF2B5EF4-FFF2-40B4-BE49-F238E27FC236}">
                <a16:creationId xmlns:a16="http://schemas.microsoft.com/office/drawing/2014/main" id="{1042E869-6558-665F-75AA-05132E6005C7}"/>
              </a:ext>
            </a:extLst>
          </p:cNvPr>
          <p:cNvSpPr>
            <a:spLocks noGrp="1"/>
          </p:cNvSpPr>
          <p:nvPr>
            <p:ph type="body" sz="quarter" idx="22"/>
          </p:nvPr>
        </p:nvSpPr>
        <p:spPr>
          <a:xfrm>
            <a:off x="11990389" y="2660399"/>
            <a:ext cx="4857750" cy="626452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pic>
        <p:nvPicPr>
          <p:cNvPr id="12" name="Рисунок 5">
            <a:extLst>
              <a:ext uri="{FF2B5EF4-FFF2-40B4-BE49-F238E27FC236}">
                <a16:creationId xmlns:a16="http://schemas.microsoft.com/office/drawing/2014/main" id="{8007D75F-F07F-9697-FE17-74F32F27DDC5}"/>
              </a:ext>
            </a:extLst>
          </p:cNvPr>
          <p:cNvPicPr>
            <a:picLocks noChangeAspect="1"/>
          </p:cNvPicPr>
          <p:nvPr userDrawn="1"/>
        </p:nvPicPr>
        <p:blipFill>
          <a:blip r:embed="rId3"/>
          <a:stretch>
            <a:fillRect/>
          </a:stretch>
        </p:blipFill>
        <p:spPr>
          <a:xfrm>
            <a:off x="403256" y="2622236"/>
            <a:ext cx="11064685" cy="6361638"/>
          </a:xfrm>
          <a:prstGeom prst="rect">
            <a:avLst/>
          </a:prstGeom>
        </p:spPr>
      </p:pic>
      <p:sp>
        <p:nvSpPr>
          <p:cNvPr id="13" name="Рисунок 14">
            <a:extLst>
              <a:ext uri="{FF2B5EF4-FFF2-40B4-BE49-F238E27FC236}">
                <a16:creationId xmlns:a16="http://schemas.microsoft.com/office/drawing/2014/main" id="{8960E639-C20C-62DA-9453-E293046D2E27}"/>
              </a:ext>
            </a:extLst>
          </p:cNvPr>
          <p:cNvSpPr>
            <a:spLocks noGrp="1"/>
          </p:cNvSpPr>
          <p:nvPr>
            <p:ph type="pic" sz="quarter" idx="16" hasCustomPrompt="1"/>
          </p:nvPr>
        </p:nvSpPr>
        <p:spPr>
          <a:xfrm>
            <a:off x="1482301" y="2706893"/>
            <a:ext cx="8885382" cy="5838537"/>
          </a:xfrm>
          <a:custGeom>
            <a:avLst/>
            <a:gdLst>
              <a:gd name="connsiteX0" fmla="*/ 240579 w 8885382"/>
              <a:gd name="connsiteY0" fmla="*/ 0 h 5838537"/>
              <a:gd name="connsiteX1" fmla="*/ 8644803 w 8885382"/>
              <a:gd name="connsiteY1" fmla="*/ 0 h 5838537"/>
              <a:gd name="connsiteX2" fmla="*/ 8885382 w 8885382"/>
              <a:gd name="connsiteY2" fmla="*/ 240579 h 5838537"/>
              <a:gd name="connsiteX3" fmla="*/ 8885382 w 8885382"/>
              <a:gd name="connsiteY3" fmla="*/ 5838537 h 5838537"/>
              <a:gd name="connsiteX4" fmla="*/ 0 w 8885382"/>
              <a:gd name="connsiteY4" fmla="*/ 5838537 h 5838537"/>
              <a:gd name="connsiteX5" fmla="*/ 0 w 8885382"/>
              <a:gd name="connsiteY5" fmla="*/ 240579 h 5838537"/>
              <a:gd name="connsiteX6" fmla="*/ 240579 w 8885382"/>
              <a:gd name="connsiteY6" fmla="*/ 0 h 5838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885382" h="5838537">
                <a:moveTo>
                  <a:pt x="240579" y="0"/>
                </a:moveTo>
                <a:lnTo>
                  <a:pt x="8644803" y="0"/>
                </a:lnTo>
                <a:cubicBezTo>
                  <a:pt x="8777671" y="0"/>
                  <a:pt x="8885382" y="107711"/>
                  <a:pt x="8885382" y="240579"/>
                </a:cubicBezTo>
                <a:lnTo>
                  <a:pt x="8885382" y="5838537"/>
                </a:lnTo>
                <a:lnTo>
                  <a:pt x="0" y="5838537"/>
                </a:lnTo>
                <a:lnTo>
                  <a:pt x="0" y="240579"/>
                </a:lnTo>
                <a:cubicBezTo>
                  <a:pt x="0" y="107711"/>
                  <a:pt x="107711" y="0"/>
                  <a:pt x="240579" y="0"/>
                </a:cubicBezTo>
                <a:close/>
              </a:path>
            </a:pathLst>
          </a:custGeom>
          <a:pattFill prst="lgCheck">
            <a:fgClr>
              <a:schemeClr val="bg1">
                <a:lumMod val="85000"/>
              </a:schemeClr>
            </a:fgClr>
            <a:bgClr>
              <a:schemeClr val="bg1"/>
            </a:bgClr>
          </a:pattFill>
          <a:ln>
            <a:noFill/>
          </a:ln>
        </p:spPr>
        <p:txBody>
          <a:bodyPr wrap="square" anchor="ctr">
            <a:noAutofit/>
          </a:bodyPr>
          <a:lstStyle>
            <a:lvl1pPr algn="ctr">
              <a:defRPr sz="3200"/>
            </a:lvl1pPr>
          </a:lstStyle>
          <a:p>
            <a:r>
              <a:rPr lang="en-US" dirty="0"/>
              <a:t>Screenshot</a:t>
            </a:r>
            <a:endParaRPr lang="ru-RU" dirty="0"/>
          </a:p>
          <a:p>
            <a:endParaRPr lang="ru-RU" dirty="0"/>
          </a:p>
          <a:p>
            <a:endParaRPr lang="ru-RU" dirty="0"/>
          </a:p>
        </p:txBody>
      </p:sp>
    </p:spTree>
    <p:extLst>
      <p:ext uri="{BB962C8B-B14F-4D97-AF65-F5344CB8AC3E}">
        <p14:creationId xmlns:p14="http://schemas.microsoft.com/office/powerpoint/2010/main" val="215273893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Header 1 Line 8 Bloc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a:t>
            </a:r>
          </a:p>
        </p:txBody>
      </p:sp>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1980000"/>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F4DAE4E2-633C-0C89-6BF2-0F836853ACDC}"/>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4" name="Text Placeholder 7">
            <a:extLst>
              <a:ext uri="{FF2B5EF4-FFF2-40B4-BE49-F238E27FC236}">
                <a16:creationId xmlns:a16="http://schemas.microsoft.com/office/drawing/2014/main" id="{DB33528C-0E33-01B8-E90A-FEF8CCE4B70A}"/>
              </a:ext>
            </a:extLst>
          </p:cNvPr>
          <p:cNvSpPr>
            <a:spLocks noGrp="1"/>
          </p:cNvSpPr>
          <p:nvPr>
            <p:ph type="body" sz="quarter" idx="10"/>
          </p:nvPr>
        </p:nvSpPr>
        <p:spPr>
          <a:xfrm>
            <a:off x="1439863" y="5610578"/>
            <a:ext cx="3535767" cy="331434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9" name="Text Placeholder 7">
            <a:extLst>
              <a:ext uri="{FF2B5EF4-FFF2-40B4-BE49-F238E27FC236}">
                <a16:creationId xmlns:a16="http://schemas.microsoft.com/office/drawing/2014/main" id="{8143E31A-83EA-4B30-8C48-646C484081EF}"/>
              </a:ext>
            </a:extLst>
          </p:cNvPr>
          <p:cNvSpPr>
            <a:spLocks noGrp="1"/>
          </p:cNvSpPr>
          <p:nvPr>
            <p:ph type="body" sz="quarter" idx="11"/>
          </p:nvPr>
        </p:nvSpPr>
        <p:spPr>
          <a:xfrm>
            <a:off x="5394326" y="5610578"/>
            <a:ext cx="3535767" cy="331434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10" name="Text Placeholder 7">
            <a:extLst>
              <a:ext uri="{FF2B5EF4-FFF2-40B4-BE49-F238E27FC236}">
                <a16:creationId xmlns:a16="http://schemas.microsoft.com/office/drawing/2014/main" id="{8217653A-CF4E-7C22-2337-E4266D72453E}"/>
              </a:ext>
            </a:extLst>
          </p:cNvPr>
          <p:cNvSpPr>
            <a:spLocks noGrp="1"/>
          </p:cNvSpPr>
          <p:nvPr>
            <p:ph type="body" sz="quarter" idx="12"/>
          </p:nvPr>
        </p:nvSpPr>
        <p:spPr>
          <a:xfrm>
            <a:off x="9348790" y="5610578"/>
            <a:ext cx="3535767" cy="331434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11" name="Text Placeholder 7">
            <a:extLst>
              <a:ext uri="{FF2B5EF4-FFF2-40B4-BE49-F238E27FC236}">
                <a16:creationId xmlns:a16="http://schemas.microsoft.com/office/drawing/2014/main" id="{618D825B-BD9F-C325-CADE-5B4174074B64}"/>
              </a:ext>
            </a:extLst>
          </p:cNvPr>
          <p:cNvSpPr>
            <a:spLocks noGrp="1"/>
          </p:cNvSpPr>
          <p:nvPr>
            <p:ph type="body" sz="quarter" idx="13"/>
          </p:nvPr>
        </p:nvSpPr>
        <p:spPr>
          <a:xfrm>
            <a:off x="13312372" y="5610578"/>
            <a:ext cx="3535766" cy="331434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12" name="Picture Placeholder 7">
            <a:extLst>
              <a:ext uri="{FF2B5EF4-FFF2-40B4-BE49-F238E27FC236}">
                <a16:creationId xmlns:a16="http://schemas.microsoft.com/office/drawing/2014/main" id="{E19CCB5D-66E8-033D-58CD-01E307A63AD1}"/>
              </a:ext>
            </a:extLst>
          </p:cNvPr>
          <p:cNvSpPr>
            <a:spLocks noGrp="1"/>
          </p:cNvSpPr>
          <p:nvPr>
            <p:ph type="pic" sz="quarter" idx="20"/>
          </p:nvPr>
        </p:nvSpPr>
        <p:spPr>
          <a:xfrm>
            <a:off x="1439864" y="2660400"/>
            <a:ext cx="3535766" cy="2614653"/>
          </a:xfrm>
          <a:prstGeom prst="rect">
            <a:avLst/>
          </a:prstGeom>
          <a:solidFill>
            <a:schemeClr val="bg1">
              <a:lumMod val="95000"/>
            </a:schemeClr>
          </a:solidFill>
          <a:ln>
            <a:noFill/>
          </a:ln>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
        <p:nvSpPr>
          <p:cNvPr id="13" name="Picture Placeholder 7">
            <a:extLst>
              <a:ext uri="{FF2B5EF4-FFF2-40B4-BE49-F238E27FC236}">
                <a16:creationId xmlns:a16="http://schemas.microsoft.com/office/drawing/2014/main" id="{30AABCA3-499C-B0A3-BFF3-30F97C9D0C52}"/>
              </a:ext>
            </a:extLst>
          </p:cNvPr>
          <p:cNvSpPr>
            <a:spLocks noGrp="1"/>
          </p:cNvSpPr>
          <p:nvPr>
            <p:ph type="pic" sz="quarter" idx="21"/>
          </p:nvPr>
        </p:nvSpPr>
        <p:spPr>
          <a:xfrm>
            <a:off x="5394325" y="2660400"/>
            <a:ext cx="3535767" cy="2614653"/>
          </a:xfrm>
          <a:prstGeom prst="rect">
            <a:avLst/>
          </a:prstGeom>
          <a:solidFill>
            <a:schemeClr val="bg1">
              <a:lumMod val="95000"/>
            </a:schemeClr>
          </a:solidFill>
          <a:ln>
            <a:noFill/>
          </a:ln>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
        <p:nvSpPr>
          <p:cNvPr id="14" name="Picture Placeholder 7">
            <a:extLst>
              <a:ext uri="{FF2B5EF4-FFF2-40B4-BE49-F238E27FC236}">
                <a16:creationId xmlns:a16="http://schemas.microsoft.com/office/drawing/2014/main" id="{A50F3A9C-A740-9673-57C7-F95DE07AB18A}"/>
              </a:ext>
            </a:extLst>
          </p:cNvPr>
          <p:cNvSpPr>
            <a:spLocks noGrp="1"/>
          </p:cNvSpPr>
          <p:nvPr>
            <p:ph type="pic" sz="quarter" idx="22"/>
          </p:nvPr>
        </p:nvSpPr>
        <p:spPr>
          <a:xfrm>
            <a:off x="9343078" y="2660400"/>
            <a:ext cx="3547422" cy="2614653"/>
          </a:xfrm>
          <a:prstGeom prst="rect">
            <a:avLst/>
          </a:prstGeom>
          <a:solidFill>
            <a:schemeClr val="bg1">
              <a:lumMod val="95000"/>
            </a:schemeClr>
          </a:solidFill>
          <a:ln>
            <a:noFill/>
          </a:ln>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
        <p:nvSpPr>
          <p:cNvPr id="16" name="Picture Placeholder 7">
            <a:extLst>
              <a:ext uri="{FF2B5EF4-FFF2-40B4-BE49-F238E27FC236}">
                <a16:creationId xmlns:a16="http://schemas.microsoft.com/office/drawing/2014/main" id="{5CE53F2C-1F13-BC49-9F1C-2FBB5EA205D1}"/>
              </a:ext>
            </a:extLst>
          </p:cNvPr>
          <p:cNvSpPr>
            <a:spLocks noGrp="1"/>
          </p:cNvSpPr>
          <p:nvPr>
            <p:ph type="pic" sz="quarter" idx="23"/>
          </p:nvPr>
        </p:nvSpPr>
        <p:spPr>
          <a:xfrm>
            <a:off x="13303486" y="2660400"/>
            <a:ext cx="3544652" cy="2614653"/>
          </a:xfrm>
          <a:prstGeom prst="rect">
            <a:avLst/>
          </a:prstGeom>
          <a:solidFill>
            <a:schemeClr val="bg1">
              <a:lumMod val="95000"/>
            </a:schemeClr>
          </a:solidFill>
          <a:ln>
            <a:noFill/>
          </a:ln>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Tree>
    <p:extLst>
      <p:ext uri="{BB962C8B-B14F-4D97-AF65-F5344CB8AC3E}">
        <p14:creationId xmlns:p14="http://schemas.microsoft.com/office/powerpoint/2010/main" val="2340421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ection + Number Yellow">
    <p:bg>
      <p:bgPr>
        <a:solidFill>
          <a:schemeClr val="accent5"/>
        </a:solidFill>
        <a:effectLst/>
      </p:bgPr>
    </p:bg>
    <p:spTree>
      <p:nvGrpSpPr>
        <p:cNvPr id="1" name=""/>
        <p:cNvGrpSpPr/>
        <p:nvPr/>
      </p:nvGrpSpPr>
      <p:grpSpPr>
        <a:xfrm>
          <a:off x="0" y="0"/>
          <a:ext cx="0" cy="0"/>
          <a:chOff x="0" y="0"/>
          <a:chExt cx="0" cy="0"/>
        </a:xfrm>
      </p:grpSpPr>
      <p:sp>
        <p:nvSpPr>
          <p:cNvPr id="3" name="Title 1"/>
          <p:cNvSpPr>
            <a:spLocks noGrp="1"/>
          </p:cNvSpPr>
          <p:nvPr>
            <p:ph type="title"/>
          </p:nvPr>
        </p:nvSpPr>
        <p:spPr>
          <a:xfrm>
            <a:off x="4081463" y="4172430"/>
            <a:ext cx="12730457" cy="3023708"/>
          </a:xfrm>
          <a:ln>
            <a:noFill/>
          </a:ln>
        </p:spPr>
        <p:txBody>
          <a:bodyPr anchor="t" anchorCtr="0"/>
          <a:lstStyle>
            <a:lvl1pPr>
              <a:lnSpc>
                <a:spcPct val="100000"/>
              </a:lnSpc>
              <a:defRPr sz="7200" baseline="0">
                <a:solidFill>
                  <a:schemeClr val="tx1"/>
                </a:solidFill>
                <a:latin typeface="+mn-lt"/>
              </a:defRPr>
            </a:lvl1pPr>
          </a:lstStyle>
          <a:p>
            <a:pPr lvl="0"/>
            <a:r>
              <a:rPr lang="en-US"/>
              <a:t>Click to edit Master title style</a:t>
            </a:r>
            <a:endParaRPr lang="ru-RU" dirty="0"/>
          </a:p>
        </p:txBody>
      </p:sp>
      <p:sp>
        <p:nvSpPr>
          <p:cNvPr id="4" name="Text Placeholder 3">
            <a:extLst>
              <a:ext uri="{FF2B5EF4-FFF2-40B4-BE49-F238E27FC236}">
                <a16:creationId xmlns:a16="http://schemas.microsoft.com/office/drawing/2014/main" id="{6BD03417-EBA9-B679-AEE7-EE39B72C85CE}"/>
              </a:ext>
            </a:extLst>
          </p:cNvPr>
          <p:cNvSpPr>
            <a:spLocks noGrp="1"/>
          </p:cNvSpPr>
          <p:nvPr>
            <p:ph type="body" sz="quarter" idx="10" hasCustomPrompt="1"/>
          </p:nvPr>
        </p:nvSpPr>
        <p:spPr>
          <a:xfrm>
            <a:off x="-1078033" y="3258282"/>
            <a:ext cx="5241680" cy="5299563"/>
          </a:xfrm>
        </p:spPr>
        <p:txBody>
          <a:bodyPr>
            <a:noAutofit/>
          </a:bodyPr>
          <a:lstStyle>
            <a:lvl1pPr>
              <a:defRPr sz="34000" b="0" i="0">
                <a:latin typeface="DA_FuturaPT Demi" panose="020B0502020204020303" pitchFamily="34" charset="77"/>
                <a:ea typeface="DA_FuturaPT Demi" panose="020B0502020204020303" pitchFamily="34" charset="77"/>
              </a:defRPr>
            </a:lvl1pPr>
          </a:lstStyle>
          <a:p>
            <a:pPr lvl="0"/>
            <a:r>
              <a:rPr lang="en-RU" dirty="0"/>
              <a:t>01</a:t>
            </a:r>
          </a:p>
        </p:txBody>
      </p:sp>
    </p:spTree>
    <p:extLst>
      <p:ext uri="{BB962C8B-B14F-4D97-AF65-F5344CB8AC3E}">
        <p14:creationId xmlns:p14="http://schemas.microsoft.com/office/powerpoint/2010/main" val="101413089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Section Yellow">
    <p:bg>
      <p:bgPr>
        <a:solidFill>
          <a:schemeClr val="accent5"/>
        </a:solidFill>
        <a:effectLst/>
      </p:bgPr>
    </p:bg>
    <p:spTree>
      <p:nvGrpSpPr>
        <p:cNvPr id="1" name=""/>
        <p:cNvGrpSpPr/>
        <p:nvPr/>
      </p:nvGrpSpPr>
      <p:grpSpPr>
        <a:xfrm>
          <a:off x="0" y="0"/>
          <a:ext cx="0" cy="0"/>
          <a:chOff x="0" y="0"/>
          <a:chExt cx="0" cy="0"/>
        </a:xfrm>
      </p:grpSpPr>
      <p:sp>
        <p:nvSpPr>
          <p:cNvPr id="3" name="Title 1"/>
          <p:cNvSpPr>
            <a:spLocks noGrp="1"/>
          </p:cNvSpPr>
          <p:nvPr>
            <p:ph type="title"/>
          </p:nvPr>
        </p:nvSpPr>
        <p:spPr>
          <a:xfrm>
            <a:off x="4081463" y="4172492"/>
            <a:ext cx="12730457" cy="3023646"/>
          </a:xfrm>
          <a:ln>
            <a:noFill/>
          </a:ln>
        </p:spPr>
        <p:txBody>
          <a:bodyPr anchor="t" anchorCtr="0"/>
          <a:lstStyle>
            <a:lvl1pPr>
              <a:lnSpc>
                <a:spcPct val="100000"/>
              </a:lnSpc>
              <a:defRPr sz="7200" baseline="0">
                <a:solidFill>
                  <a:schemeClr val="tx1"/>
                </a:solidFill>
                <a:latin typeface="+mn-lt"/>
              </a:defRPr>
            </a:lvl1pPr>
          </a:lstStyle>
          <a:p>
            <a:pPr lvl="0"/>
            <a:r>
              <a:rPr lang="en-US"/>
              <a:t>Click to edit Master title style</a:t>
            </a:r>
            <a:endParaRPr lang="ru-RU" dirty="0"/>
          </a:p>
        </p:txBody>
      </p:sp>
    </p:spTree>
    <p:extLst>
      <p:ext uri="{BB962C8B-B14F-4D97-AF65-F5344CB8AC3E}">
        <p14:creationId xmlns:p14="http://schemas.microsoft.com/office/powerpoint/2010/main" val="55414377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ection + Number Green">
    <p:bg>
      <p:bgPr>
        <a:solidFill>
          <a:schemeClr val="accent2"/>
        </a:solidFill>
        <a:effectLst/>
      </p:bgPr>
    </p:bg>
    <p:spTree>
      <p:nvGrpSpPr>
        <p:cNvPr id="1" name=""/>
        <p:cNvGrpSpPr/>
        <p:nvPr/>
      </p:nvGrpSpPr>
      <p:grpSpPr>
        <a:xfrm>
          <a:off x="0" y="0"/>
          <a:ext cx="0" cy="0"/>
          <a:chOff x="0" y="0"/>
          <a:chExt cx="0" cy="0"/>
        </a:xfrm>
      </p:grpSpPr>
      <p:sp>
        <p:nvSpPr>
          <p:cNvPr id="3" name="Title 1"/>
          <p:cNvSpPr>
            <a:spLocks noGrp="1"/>
          </p:cNvSpPr>
          <p:nvPr>
            <p:ph type="title"/>
          </p:nvPr>
        </p:nvSpPr>
        <p:spPr>
          <a:xfrm>
            <a:off x="4081463" y="4172492"/>
            <a:ext cx="12730457" cy="3023646"/>
          </a:xfrm>
          <a:ln>
            <a:noFill/>
          </a:ln>
        </p:spPr>
        <p:txBody>
          <a:bodyPr anchor="t" anchorCtr="0"/>
          <a:lstStyle>
            <a:lvl1pPr>
              <a:lnSpc>
                <a:spcPct val="100000"/>
              </a:lnSpc>
              <a:defRPr sz="7200" baseline="0">
                <a:solidFill>
                  <a:schemeClr val="tx1"/>
                </a:solidFill>
                <a:latin typeface="+mn-lt"/>
              </a:defRPr>
            </a:lvl1pPr>
          </a:lstStyle>
          <a:p>
            <a:pPr lvl="0"/>
            <a:r>
              <a:rPr lang="en-US"/>
              <a:t>Click to edit Master title style</a:t>
            </a:r>
            <a:endParaRPr lang="ru-RU" dirty="0"/>
          </a:p>
        </p:txBody>
      </p:sp>
      <p:sp>
        <p:nvSpPr>
          <p:cNvPr id="4" name="Text Placeholder 3">
            <a:extLst>
              <a:ext uri="{FF2B5EF4-FFF2-40B4-BE49-F238E27FC236}">
                <a16:creationId xmlns:a16="http://schemas.microsoft.com/office/drawing/2014/main" id="{6BD03417-EBA9-B679-AEE7-EE39B72C85CE}"/>
              </a:ext>
            </a:extLst>
          </p:cNvPr>
          <p:cNvSpPr>
            <a:spLocks noGrp="1"/>
          </p:cNvSpPr>
          <p:nvPr>
            <p:ph type="body" sz="quarter" idx="10" hasCustomPrompt="1"/>
          </p:nvPr>
        </p:nvSpPr>
        <p:spPr>
          <a:xfrm>
            <a:off x="-1078033" y="3258282"/>
            <a:ext cx="5159496" cy="5299563"/>
          </a:xfrm>
        </p:spPr>
        <p:txBody>
          <a:bodyPr>
            <a:noAutofit/>
          </a:bodyPr>
          <a:lstStyle>
            <a:lvl1pPr>
              <a:defRPr sz="34000" b="0" i="0">
                <a:latin typeface="DA_FuturaPT Demi" panose="020B0502020204020303" pitchFamily="34" charset="77"/>
                <a:ea typeface="DA_FuturaPT Demi" panose="020B0502020204020303" pitchFamily="34" charset="77"/>
              </a:defRPr>
            </a:lvl1pPr>
          </a:lstStyle>
          <a:p>
            <a:pPr lvl="0"/>
            <a:r>
              <a:rPr lang="en-RU" dirty="0"/>
              <a:t>01</a:t>
            </a:r>
          </a:p>
        </p:txBody>
      </p:sp>
    </p:spTree>
    <p:extLst>
      <p:ext uri="{BB962C8B-B14F-4D97-AF65-F5344CB8AC3E}">
        <p14:creationId xmlns:p14="http://schemas.microsoft.com/office/powerpoint/2010/main" val="203113853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ection Green">
    <p:bg>
      <p:bgPr>
        <a:solidFill>
          <a:schemeClr val="accent2"/>
        </a:solidFill>
        <a:effectLst/>
      </p:bgPr>
    </p:bg>
    <p:spTree>
      <p:nvGrpSpPr>
        <p:cNvPr id="1" name=""/>
        <p:cNvGrpSpPr/>
        <p:nvPr/>
      </p:nvGrpSpPr>
      <p:grpSpPr>
        <a:xfrm>
          <a:off x="0" y="0"/>
          <a:ext cx="0" cy="0"/>
          <a:chOff x="0" y="0"/>
          <a:chExt cx="0" cy="0"/>
        </a:xfrm>
      </p:grpSpPr>
      <p:sp>
        <p:nvSpPr>
          <p:cNvPr id="3" name="Title 1"/>
          <p:cNvSpPr>
            <a:spLocks noGrp="1"/>
          </p:cNvSpPr>
          <p:nvPr>
            <p:ph type="title"/>
          </p:nvPr>
        </p:nvSpPr>
        <p:spPr>
          <a:xfrm>
            <a:off x="4081463" y="4172492"/>
            <a:ext cx="12730457" cy="3023646"/>
          </a:xfrm>
          <a:ln>
            <a:noFill/>
          </a:ln>
        </p:spPr>
        <p:txBody>
          <a:bodyPr anchor="t" anchorCtr="0"/>
          <a:lstStyle>
            <a:lvl1pPr>
              <a:lnSpc>
                <a:spcPct val="100000"/>
              </a:lnSpc>
              <a:defRPr sz="7200" baseline="0">
                <a:solidFill>
                  <a:schemeClr val="tx1"/>
                </a:solidFill>
                <a:latin typeface="+mn-lt"/>
              </a:defRPr>
            </a:lvl1pPr>
          </a:lstStyle>
          <a:p>
            <a:pPr lvl="0"/>
            <a:r>
              <a:rPr lang="en-US"/>
              <a:t>Click to edit Master title style</a:t>
            </a:r>
            <a:endParaRPr lang="ru-RU" dirty="0"/>
          </a:p>
        </p:txBody>
      </p:sp>
    </p:spTree>
    <p:extLst>
      <p:ext uri="{BB962C8B-B14F-4D97-AF65-F5344CB8AC3E}">
        <p14:creationId xmlns:p14="http://schemas.microsoft.com/office/powerpoint/2010/main" val="31498113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Header 2 Lines Content 1 Block">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 Master title style</a:t>
            </a:r>
            <a:br>
              <a:rPr lang="en-US" dirty="0"/>
            </a:br>
            <a:r>
              <a:rPr lang="en-US" dirty="0"/>
              <a:t>2 Lines</a:t>
            </a:r>
          </a:p>
        </p:txBody>
      </p:sp>
      <p:pic>
        <p:nvPicPr>
          <p:cNvPr id="13" name="Picture 12">
            <a:extLst>
              <a:ext uri="{FF2B5EF4-FFF2-40B4-BE49-F238E27FC236}">
                <a16:creationId xmlns:a16="http://schemas.microsoft.com/office/drawing/2014/main" id="{96597C9E-6F40-BB16-03A0-6580B9778EBA}"/>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12" name="Content Placeholder 11">
            <a:extLst>
              <a:ext uri="{FF2B5EF4-FFF2-40B4-BE49-F238E27FC236}">
                <a16:creationId xmlns:a16="http://schemas.microsoft.com/office/drawing/2014/main" id="{B1147A31-0FB7-4A83-96E2-920430B279AA}"/>
              </a:ext>
            </a:extLst>
          </p:cNvPr>
          <p:cNvSpPr>
            <a:spLocks noGrp="1"/>
          </p:cNvSpPr>
          <p:nvPr>
            <p:ph sz="quarter" idx="10"/>
          </p:nvPr>
        </p:nvSpPr>
        <p:spPr>
          <a:xfrm>
            <a:off x="1439863" y="3255821"/>
            <a:ext cx="15408275" cy="56691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2698292"/>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214821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Header 2 Lines Content 2 Bloc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 Master title style</a:t>
            </a:r>
            <a:br>
              <a:rPr lang="en-US" dirty="0"/>
            </a:br>
            <a:r>
              <a:rPr lang="en-US" dirty="0"/>
              <a:t>2 Lines</a:t>
            </a:r>
          </a:p>
        </p:txBody>
      </p:sp>
      <p:pic>
        <p:nvPicPr>
          <p:cNvPr id="13" name="Picture 12">
            <a:extLst>
              <a:ext uri="{FF2B5EF4-FFF2-40B4-BE49-F238E27FC236}">
                <a16:creationId xmlns:a16="http://schemas.microsoft.com/office/drawing/2014/main" id="{96597C9E-6F40-BB16-03A0-6580B9778EBA}"/>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12" name="Content Placeholder 11">
            <a:extLst>
              <a:ext uri="{FF2B5EF4-FFF2-40B4-BE49-F238E27FC236}">
                <a16:creationId xmlns:a16="http://schemas.microsoft.com/office/drawing/2014/main" id="{B1147A31-0FB7-4A83-96E2-920430B279AA}"/>
              </a:ext>
            </a:extLst>
          </p:cNvPr>
          <p:cNvSpPr>
            <a:spLocks noGrp="1"/>
          </p:cNvSpPr>
          <p:nvPr>
            <p:ph sz="quarter" idx="10"/>
          </p:nvPr>
        </p:nvSpPr>
        <p:spPr>
          <a:xfrm>
            <a:off x="1439864" y="3255821"/>
            <a:ext cx="7494586" cy="56691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2698292"/>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4" name="Content Placeholder 3">
            <a:extLst>
              <a:ext uri="{FF2B5EF4-FFF2-40B4-BE49-F238E27FC236}">
                <a16:creationId xmlns:a16="http://schemas.microsoft.com/office/drawing/2014/main" id="{57723214-D230-0B0B-B30C-00BBE5B4EB76}"/>
              </a:ext>
            </a:extLst>
          </p:cNvPr>
          <p:cNvSpPr>
            <a:spLocks noGrp="1"/>
          </p:cNvSpPr>
          <p:nvPr>
            <p:ph sz="quarter" idx="11"/>
          </p:nvPr>
        </p:nvSpPr>
        <p:spPr>
          <a:xfrm>
            <a:off x="9353551" y="3255821"/>
            <a:ext cx="7494588" cy="56691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Tree>
    <p:extLst>
      <p:ext uri="{BB962C8B-B14F-4D97-AF65-F5344CB8AC3E}">
        <p14:creationId xmlns:p14="http://schemas.microsoft.com/office/powerpoint/2010/main" val="320538188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Header 2 Lines Content 3 Bloc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 Master title style</a:t>
            </a:r>
            <a:br>
              <a:rPr lang="en-US" dirty="0"/>
            </a:br>
            <a:r>
              <a:rPr lang="en-US" dirty="0"/>
              <a:t>2 Lines</a:t>
            </a:r>
          </a:p>
        </p:txBody>
      </p:sp>
      <p:pic>
        <p:nvPicPr>
          <p:cNvPr id="13" name="Picture 12">
            <a:extLst>
              <a:ext uri="{FF2B5EF4-FFF2-40B4-BE49-F238E27FC236}">
                <a16:creationId xmlns:a16="http://schemas.microsoft.com/office/drawing/2014/main" id="{96597C9E-6F40-BB16-03A0-6580B9778EBA}"/>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12" name="Content Placeholder 11">
            <a:extLst>
              <a:ext uri="{FF2B5EF4-FFF2-40B4-BE49-F238E27FC236}">
                <a16:creationId xmlns:a16="http://schemas.microsoft.com/office/drawing/2014/main" id="{B1147A31-0FB7-4A83-96E2-920430B279AA}"/>
              </a:ext>
            </a:extLst>
          </p:cNvPr>
          <p:cNvSpPr>
            <a:spLocks noGrp="1"/>
          </p:cNvSpPr>
          <p:nvPr>
            <p:ph sz="quarter" idx="10"/>
          </p:nvPr>
        </p:nvSpPr>
        <p:spPr>
          <a:xfrm>
            <a:off x="1439864" y="3255821"/>
            <a:ext cx="4859336" cy="56691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2698292"/>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4" name="Content Placeholder 3">
            <a:extLst>
              <a:ext uri="{FF2B5EF4-FFF2-40B4-BE49-F238E27FC236}">
                <a16:creationId xmlns:a16="http://schemas.microsoft.com/office/drawing/2014/main" id="{57723214-D230-0B0B-B30C-00BBE5B4EB76}"/>
              </a:ext>
            </a:extLst>
          </p:cNvPr>
          <p:cNvSpPr>
            <a:spLocks noGrp="1"/>
          </p:cNvSpPr>
          <p:nvPr>
            <p:ph sz="quarter" idx="11"/>
          </p:nvPr>
        </p:nvSpPr>
        <p:spPr>
          <a:xfrm>
            <a:off x="11990388" y="3255821"/>
            <a:ext cx="4857750" cy="56691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5" name="Content Placeholder 4">
            <a:extLst>
              <a:ext uri="{FF2B5EF4-FFF2-40B4-BE49-F238E27FC236}">
                <a16:creationId xmlns:a16="http://schemas.microsoft.com/office/drawing/2014/main" id="{D2B26630-3995-17B2-1692-B6242538846A}"/>
              </a:ext>
            </a:extLst>
          </p:cNvPr>
          <p:cNvSpPr>
            <a:spLocks noGrp="1"/>
          </p:cNvSpPr>
          <p:nvPr>
            <p:ph sz="quarter" idx="12"/>
          </p:nvPr>
        </p:nvSpPr>
        <p:spPr>
          <a:xfrm>
            <a:off x="6713538" y="3255821"/>
            <a:ext cx="4857751" cy="56691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Tree>
    <p:extLst>
      <p:ext uri="{BB962C8B-B14F-4D97-AF65-F5344CB8AC3E}">
        <p14:creationId xmlns:p14="http://schemas.microsoft.com/office/powerpoint/2010/main" val="18848746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Header 2 Lines 2 Bloc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 Master title style</a:t>
            </a:r>
            <a:br>
              <a:rPr lang="en-US" dirty="0"/>
            </a:br>
            <a:r>
              <a:rPr lang="en-US" dirty="0"/>
              <a:t>2 Lines</a:t>
            </a:r>
          </a:p>
        </p:txBody>
      </p:sp>
      <p:pic>
        <p:nvPicPr>
          <p:cNvPr id="13" name="Picture 12">
            <a:extLst>
              <a:ext uri="{FF2B5EF4-FFF2-40B4-BE49-F238E27FC236}">
                <a16:creationId xmlns:a16="http://schemas.microsoft.com/office/drawing/2014/main" id="{96597C9E-6F40-BB16-03A0-6580B9778EBA}"/>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2698292"/>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3" name="Picture Placeholder 7">
            <a:extLst>
              <a:ext uri="{FF2B5EF4-FFF2-40B4-BE49-F238E27FC236}">
                <a16:creationId xmlns:a16="http://schemas.microsoft.com/office/drawing/2014/main" id="{EE0B31A4-BAFC-A312-E3EA-FC01E66FE4DB}"/>
              </a:ext>
            </a:extLst>
          </p:cNvPr>
          <p:cNvSpPr>
            <a:spLocks noGrp="1"/>
          </p:cNvSpPr>
          <p:nvPr>
            <p:ph type="pic" sz="quarter" idx="21"/>
          </p:nvPr>
        </p:nvSpPr>
        <p:spPr>
          <a:xfrm>
            <a:off x="9353550" y="3223213"/>
            <a:ext cx="7494586" cy="5701712"/>
          </a:xfrm>
          <a:prstGeom prst="rect">
            <a:avLst/>
          </a:prstGeom>
          <a:solidFill>
            <a:schemeClr val="bg1">
              <a:lumMod val="95000"/>
            </a:schemeClr>
          </a:solidFill>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
        <p:nvSpPr>
          <p:cNvPr id="8" name="Text Placeholder 7">
            <a:extLst>
              <a:ext uri="{FF2B5EF4-FFF2-40B4-BE49-F238E27FC236}">
                <a16:creationId xmlns:a16="http://schemas.microsoft.com/office/drawing/2014/main" id="{9DCAD0EC-D22E-4CF6-3617-41AB3A178545}"/>
              </a:ext>
            </a:extLst>
          </p:cNvPr>
          <p:cNvSpPr>
            <a:spLocks noGrp="1"/>
          </p:cNvSpPr>
          <p:nvPr>
            <p:ph type="body" sz="quarter" idx="22"/>
          </p:nvPr>
        </p:nvSpPr>
        <p:spPr>
          <a:xfrm>
            <a:off x="1439863" y="3255821"/>
            <a:ext cx="7494587" cy="566910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Tree>
    <p:extLst>
      <p:ext uri="{BB962C8B-B14F-4D97-AF65-F5344CB8AC3E}">
        <p14:creationId xmlns:p14="http://schemas.microsoft.com/office/powerpoint/2010/main" val="375477590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Empty slide with logo">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96597C9E-6F40-BB16-03A0-6580B9778EBA}"/>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2" name="Slide Number Placeholder 3">
            <a:extLst>
              <a:ext uri="{FF2B5EF4-FFF2-40B4-BE49-F238E27FC236}">
                <a16:creationId xmlns:a16="http://schemas.microsoft.com/office/drawing/2014/main" id="{17A4DC28-88C8-0D5C-ACB9-B1BA936A6F5E}"/>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3" name="Footer Placeholder 4">
            <a:extLst>
              <a:ext uri="{FF2B5EF4-FFF2-40B4-BE49-F238E27FC236}">
                <a16:creationId xmlns:a16="http://schemas.microsoft.com/office/drawing/2014/main" id="{431758C8-9322-A522-E00F-91F4707ADB59}"/>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Tree>
    <p:extLst>
      <p:ext uri="{BB962C8B-B14F-4D97-AF65-F5344CB8AC3E}">
        <p14:creationId xmlns:p14="http://schemas.microsoft.com/office/powerpoint/2010/main" val="308735929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_Empty slide">
    <p:spTree>
      <p:nvGrpSpPr>
        <p:cNvPr id="1" name=""/>
        <p:cNvGrpSpPr/>
        <p:nvPr/>
      </p:nvGrpSpPr>
      <p:grpSpPr>
        <a:xfrm>
          <a:off x="0" y="0"/>
          <a:ext cx="0" cy="0"/>
          <a:chOff x="0" y="0"/>
          <a:chExt cx="0" cy="0"/>
        </a:xfrm>
      </p:grpSpPr>
      <p:sp>
        <p:nvSpPr>
          <p:cNvPr id="3" name="Slide Number Placeholder 3">
            <a:extLst>
              <a:ext uri="{FF2B5EF4-FFF2-40B4-BE49-F238E27FC236}">
                <a16:creationId xmlns:a16="http://schemas.microsoft.com/office/drawing/2014/main" id="{E027DCC8-9883-0261-8BA8-46FF242A0105}"/>
              </a:ext>
            </a:extLst>
          </p:cNvPr>
          <p:cNvSpPr>
            <a:spLocks noGrp="1"/>
          </p:cNvSpPr>
          <p:nvPr>
            <p:ph type="sldNum" sz="quarter" idx="4"/>
          </p:nvPr>
        </p:nvSpPr>
        <p:spPr>
          <a:xfrm>
            <a:off x="15516225" y="9104312"/>
            <a:ext cx="1331912" cy="504825"/>
          </a:xfrm>
          <a:prstGeom prst="rect">
            <a:avLst/>
          </a:prstGeom>
        </p:spPr>
        <p:txBody>
          <a:bodyPr vert="horz" lIns="0" tIns="0" rIns="0" bIns="4572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4" name="Footer Placeholder 4">
            <a:extLst>
              <a:ext uri="{FF2B5EF4-FFF2-40B4-BE49-F238E27FC236}">
                <a16:creationId xmlns:a16="http://schemas.microsoft.com/office/drawing/2014/main" id="{B7619804-EC76-2F20-B293-02B62CB1135B}"/>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Tree>
    <p:extLst>
      <p:ext uri="{BB962C8B-B14F-4D97-AF65-F5344CB8AC3E}">
        <p14:creationId xmlns:p14="http://schemas.microsoft.com/office/powerpoint/2010/main" val="234959704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Empty slide">
    <p:spTree>
      <p:nvGrpSpPr>
        <p:cNvPr id="1" name=""/>
        <p:cNvGrpSpPr/>
        <p:nvPr/>
      </p:nvGrpSpPr>
      <p:grpSpPr>
        <a:xfrm>
          <a:off x="0" y="0"/>
          <a:ext cx="0" cy="0"/>
          <a:chOff x="0" y="0"/>
          <a:chExt cx="0" cy="0"/>
        </a:xfrm>
      </p:grpSpPr>
      <p:sp>
        <p:nvSpPr>
          <p:cNvPr id="3" name="Slide Number Placeholder 3">
            <a:extLst>
              <a:ext uri="{FF2B5EF4-FFF2-40B4-BE49-F238E27FC236}">
                <a16:creationId xmlns:a16="http://schemas.microsoft.com/office/drawing/2014/main" id="{E027DCC8-9883-0261-8BA8-46FF242A0105}"/>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4" name="Footer Placeholder 4">
            <a:extLst>
              <a:ext uri="{FF2B5EF4-FFF2-40B4-BE49-F238E27FC236}">
                <a16:creationId xmlns:a16="http://schemas.microsoft.com/office/drawing/2014/main" id="{B7619804-EC76-2F20-B293-02B62CB1135B}"/>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Tree>
    <p:extLst>
      <p:ext uri="{BB962C8B-B14F-4D97-AF65-F5344CB8AC3E}">
        <p14:creationId xmlns:p14="http://schemas.microsoft.com/office/powerpoint/2010/main" val="414454187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Header 2 Lines 8 Block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40000" y="1080001"/>
            <a:ext cx="11917225" cy="896438"/>
          </a:xfrm>
        </p:spPr>
        <p:txBody>
          <a:bodyPr/>
          <a:lstStyle>
            <a:lvl1pPr>
              <a:defRPr baseline="0"/>
            </a:lvl1pPr>
          </a:lstStyle>
          <a:p>
            <a:r>
              <a:rPr lang="en-US" dirty="0"/>
              <a:t>Click to edit Master title style</a:t>
            </a:r>
            <a:br>
              <a:rPr lang="en-US" dirty="0"/>
            </a:br>
            <a:r>
              <a:rPr lang="en-US" dirty="0"/>
              <a:t>2 Lines</a:t>
            </a:r>
          </a:p>
        </p:txBody>
      </p:sp>
      <p:pic>
        <p:nvPicPr>
          <p:cNvPr id="13" name="Picture 12">
            <a:extLst>
              <a:ext uri="{FF2B5EF4-FFF2-40B4-BE49-F238E27FC236}">
                <a16:creationId xmlns:a16="http://schemas.microsoft.com/office/drawing/2014/main" id="{96597C9E-6F40-BB16-03A0-6580B9778EBA}"/>
              </a:ext>
            </a:extLst>
          </p:cNvPr>
          <p:cNvPicPr>
            <a:picLocks noChangeAspect="1"/>
          </p:cNvPicPr>
          <p:nvPr userDrawn="1"/>
        </p:nvPicPr>
        <p:blipFill>
          <a:blip r:embed="rId2"/>
          <a:stretch>
            <a:fillRect/>
          </a:stretch>
        </p:blipFill>
        <p:spPr>
          <a:xfrm>
            <a:off x="14695401" y="1300133"/>
            <a:ext cx="2155998" cy="345774"/>
          </a:xfrm>
          <a:prstGeom prst="rect">
            <a:avLst/>
          </a:prstGeom>
        </p:spPr>
      </p:pic>
      <p:sp>
        <p:nvSpPr>
          <p:cNvPr id="6" name="Slide Number Placeholder 3">
            <a:extLst>
              <a:ext uri="{FF2B5EF4-FFF2-40B4-BE49-F238E27FC236}">
                <a16:creationId xmlns:a16="http://schemas.microsoft.com/office/drawing/2014/main" id="{49C52450-689A-4E4F-5B26-7C05AC00CF40}"/>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7" name="Footer Placeholder 4">
            <a:extLst>
              <a:ext uri="{FF2B5EF4-FFF2-40B4-BE49-F238E27FC236}">
                <a16:creationId xmlns:a16="http://schemas.microsoft.com/office/drawing/2014/main" id="{FF281253-4FDB-E948-8195-28D3CFFEC43D}"/>
              </a:ext>
            </a:extLst>
          </p:cNvPr>
          <p:cNvSpPr>
            <a:spLocks noGrp="1"/>
          </p:cNvSpPr>
          <p:nvPr>
            <p:ph type="ftr" sz="quarter" idx="3"/>
          </p:nvPr>
        </p:nvSpPr>
        <p:spPr>
          <a:xfrm>
            <a:off x="1439863" y="9104312"/>
            <a:ext cx="10152062"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cxnSp>
        <p:nvCxnSpPr>
          <p:cNvPr id="15" name="Straight Connector 14">
            <a:extLst>
              <a:ext uri="{FF2B5EF4-FFF2-40B4-BE49-F238E27FC236}">
                <a16:creationId xmlns:a16="http://schemas.microsoft.com/office/drawing/2014/main" id="{624C00FE-7A2E-F2E7-1CE4-FC7AD11CE3DE}"/>
              </a:ext>
            </a:extLst>
          </p:cNvPr>
          <p:cNvCxnSpPr>
            <a:cxnSpLocks/>
          </p:cNvCxnSpPr>
          <p:nvPr userDrawn="1"/>
        </p:nvCxnSpPr>
        <p:spPr>
          <a:xfrm>
            <a:off x="1439863" y="2698292"/>
            <a:ext cx="1320800" cy="0"/>
          </a:xfrm>
          <a:prstGeom prst="line">
            <a:avLst/>
          </a:prstGeom>
          <a:ln w="76200">
            <a:solidFill>
              <a:schemeClr val="accent5"/>
            </a:solidFill>
          </a:ln>
        </p:spPr>
        <p:style>
          <a:lnRef idx="1">
            <a:schemeClr val="accent1"/>
          </a:lnRef>
          <a:fillRef idx="0">
            <a:schemeClr val="accent1"/>
          </a:fillRef>
          <a:effectRef idx="0">
            <a:schemeClr val="accent1"/>
          </a:effectRef>
          <a:fontRef idx="minor">
            <a:schemeClr val="tx1"/>
          </a:fontRef>
        </p:style>
      </p:cxnSp>
      <p:sp>
        <p:nvSpPr>
          <p:cNvPr id="8" name="Text Placeholder 7">
            <a:extLst>
              <a:ext uri="{FF2B5EF4-FFF2-40B4-BE49-F238E27FC236}">
                <a16:creationId xmlns:a16="http://schemas.microsoft.com/office/drawing/2014/main" id="{83D6518A-46ED-43CD-5445-E6003482B303}"/>
              </a:ext>
            </a:extLst>
          </p:cNvPr>
          <p:cNvSpPr>
            <a:spLocks noGrp="1"/>
          </p:cNvSpPr>
          <p:nvPr>
            <p:ph type="body" sz="quarter" idx="10"/>
          </p:nvPr>
        </p:nvSpPr>
        <p:spPr>
          <a:xfrm>
            <a:off x="1439863" y="6208295"/>
            <a:ext cx="3538537" cy="27166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9" name="Text Placeholder 7">
            <a:extLst>
              <a:ext uri="{FF2B5EF4-FFF2-40B4-BE49-F238E27FC236}">
                <a16:creationId xmlns:a16="http://schemas.microsoft.com/office/drawing/2014/main" id="{E2EC851C-E6F3-4ED1-FD14-D5074A29B482}"/>
              </a:ext>
            </a:extLst>
          </p:cNvPr>
          <p:cNvSpPr>
            <a:spLocks noGrp="1"/>
          </p:cNvSpPr>
          <p:nvPr>
            <p:ph type="body" sz="quarter" idx="11"/>
          </p:nvPr>
        </p:nvSpPr>
        <p:spPr>
          <a:xfrm>
            <a:off x="5394325" y="6208295"/>
            <a:ext cx="3540126" cy="27166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10" name="Text Placeholder 7">
            <a:extLst>
              <a:ext uri="{FF2B5EF4-FFF2-40B4-BE49-F238E27FC236}">
                <a16:creationId xmlns:a16="http://schemas.microsoft.com/office/drawing/2014/main" id="{C91FAD7A-5AC6-7DFA-D613-8CBE9B2CAEA2}"/>
              </a:ext>
            </a:extLst>
          </p:cNvPr>
          <p:cNvSpPr>
            <a:spLocks noGrp="1"/>
          </p:cNvSpPr>
          <p:nvPr>
            <p:ph type="body" sz="quarter" idx="12"/>
          </p:nvPr>
        </p:nvSpPr>
        <p:spPr>
          <a:xfrm>
            <a:off x="9353549" y="6208295"/>
            <a:ext cx="3536951" cy="27166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11" name="Text Placeholder 7">
            <a:extLst>
              <a:ext uri="{FF2B5EF4-FFF2-40B4-BE49-F238E27FC236}">
                <a16:creationId xmlns:a16="http://schemas.microsoft.com/office/drawing/2014/main" id="{1F032167-3397-F6A8-D0F2-48152E2D9967}"/>
              </a:ext>
            </a:extLst>
          </p:cNvPr>
          <p:cNvSpPr>
            <a:spLocks noGrp="1"/>
          </p:cNvSpPr>
          <p:nvPr>
            <p:ph type="body" sz="quarter" idx="13"/>
          </p:nvPr>
        </p:nvSpPr>
        <p:spPr>
          <a:xfrm>
            <a:off x="13327064" y="6208295"/>
            <a:ext cx="3521073" cy="27166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RU" dirty="0"/>
          </a:p>
        </p:txBody>
      </p:sp>
      <p:sp>
        <p:nvSpPr>
          <p:cNvPr id="14" name="Picture Placeholder 7">
            <a:extLst>
              <a:ext uri="{FF2B5EF4-FFF2-40B4-BE49-F238E27FC236}">
                <a16:creationId xmlns:a16="http://schemas.microsoft.com/office/drawing/2014/main" id="{E5D4294A-704E-9755-8524-E105092A9296}"/>
              </a:ext>
            </a:extLst>
          </p:cNvPr>
          <p:cNvSpPr>
            <a:spLocks noGrp="1"/>
          </p:cNvSpPr>
          <p:nvPr>
            <p:ph type="pic" sz="quarter" idx="20"/>
          </p:nvPr>
        </p:nvSpPr>
        <p:spPr>
          <a:xfrm>
            <a:off x="1439863" y="3254400"/>
            <a:ext cx="3538537" cy="2614653"/>
          </a:xfrm>
          <a:prstGeom prst="rect">
            <a:avLst/>
          </a:prstGeom>
          <a:solidFill>
            <a:schemeClr val="bg1">
              <a:lumMod val="95000"/>
            </a:schemeClr>
          </a:solidFill>
          <a:ln>
            <a:noFill/>
          </a:ln>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
        <p:nvSpPr>
          <p:cNvPr id="16" name="Picture Placeholder 7">
            <a:extLst>
              <a:ext uri="{FF2B5EF4-FFF2-40B4-BE49-F238E27FC236}">
                <a16:creationId xmlns:a16="http://schemas.microsoft.com/office/drawing/2014/main" id="{41F0B34C-4D77-69BF-1F16-965B8ADCEE2B}"/>
              </a:ext>
            </a:extLst>
          </p:cNvPr>
          <p:cNvSpPr>
            <a:spLocks noGrp="1"/>
          </p:cNvSpPr>
          <p:nvPr>
            <p:ph type="pic" sz="quarter" idx="21"/>
          </p:nvPr>
        </p:nvSpPr>
        <p:spPr>
          <a:xfrm>
            <a:off x="5394325" y="3254400"/>
            <a:ext cx="3540125" cy="2614653"/>
          </a:xfrm>
          <a:prstGeom prst="rect">
            <a:avLst/>
          </a:prstGeom>
          <a:solidFill>
            <a:schemeClr val="bg1">
              <a:lumMod val="95000"/>
            </a:schemeClr>
          </a:solidFill>
          <a:ln>
            <a:noFill/>
          </a:ln>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
        <p:nvSpPr>
          <p:cNvPr id="17" name="Picture Placeholder 7">
            <a:extLst>
              <a:ext uri="{FF2B5EF4-FFF2-40B4-BE49-F238E27FC236}">
                <a16:creationId xmlns:a16="http://schemas.microsoft.com/office/drawing/2014/main" id="{1B9E5252-9E77-F300-2467-B597D301CD6A}"/>
              </a:ext>
            </a:extLst>
          </p:cNvPr>
          <p:cNvSpPr>
            <a:spLocks noGrp="1"/>
          </p:cNvSpPr>
          <p:nvPr>
            <p:ph type="pic" sz="quarter" idx="22"/>
          </p:nvPr>
        </p:nvSpPr>
        <p:spPr>
          <a:xfrm>
            <a:off x="9353550" y="3254400"/>
            <a:ext cx="3536950" cy="2614653"/>
          </a:xfrm>
          <a:prstGeom prst="rect">
            <a:avLst/>
          </a:prstGeom>
          <a:solidFill>
            <a:schemeClr val="bg1">
              <a:lumMod val="95000"/>
            </a:schemeClr>
          </a:solidFill>
          <a:ln>
            <a:noFill/>
          </a:ln>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
        <p:nvSpPr>
          <p:cNvPr id="18" name="Picture Placeholder 7">
            <a:extLst>
              <a:ext uri="{FF2B5EF4-FFF2-40B4-BE49-F238E27FC236}">
                <a16:creationId xmlns:a16="http://schemas.microsoft.com/office/drawing/2014/main" id="{B4D7D18A-6D08-0646-AE3D-79C36496EB5C}"/>
              </a:ext>
            </a:extLst>
          </p:cNvPr>
          <p:cNvSpPr>
            <a:spLocks noGrp="1"/>
          </p:cNvSpPr>
          <p:nvPr>
            <p:ph type="pic" sz="quarter" idx="23"/>
          </p:nvPr>
        </p:nvSpPr>
        <p:spPr>
          <a:xfrm>
            <a:off x="13309600" y="3254400"/>
            <a:ext cx="3538538" cy="2614653"/>
          </a:xfrm>
          <a:prstGeom prst="rect">
            <a:avLst/>
          </a:prstGeom>
          <a:solidFill>
            <a:schemeClr val="bg1">
              <a:lumMod val="95000"/>
            </a:schemeClr>
          </a:solidFill>
          <a:ln>
            <a:noFill/>
          </a:ln>
        </p:spPr>
        <p:txBody>
          <a:bodyPr vert="horz" anchor="ctr" anchorCtr="0"/>
          <a:lstStyle>
            <a:lvl1pPr marL="0" indent="0" algn="ctr">
              <a:buNone/>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en-US" dirty="0"/>
          </a:p>
        </p:txBody>
      </p:sp>
    </p:spTree>
    <p:extLst>
      <p:ext uri="{BB962C8B-B14F-4D97-AF65-F5344CB8AC3E}">
        <p14:creationId xmlns:p14="http://schemas.microsoft.com/office/powerpoint/2010/main" val="299204558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FullScreen Image">
    <p:spTree>
      <p:nvGrpSpPr>
        <p:cNvPr id="1" name=""/>
        <p:cNvGrpSpPr/>
        <p:nvPr/>
      </p:nvGrpSpPr>
      <p:grpSpPr>
        <a:xfrm>
          <a:off x="0" y="0"/>
          <a:ext cx="0" cy="0"/>
          <a:chOff x="0" y="0"/>
          <a:chExt cx="0" cy="0"/>
        </a:xfrm>
      </p:grpSpPr>
      <p:sp>
        <p:nvSpPr>
          <p:cNvPr id="40" name="Picture Placeholder 7"/>
          <p:cNvSpPr>
            <a:spLocks noGrp="1"/>
          </p:cNvSpPr>
          <p:nvPr>
            <p:ph type="pic" sz="quarter" idx="20"/>
          </p:nvPr>
        </p:nvSpPr>
        <p:spPr>
          <a:xfrm>
            <a:off x="0" y="1"/>
            <a:ext cx="18288000" cy="10288587"/>
          </a:xfrm>
          <a:prstGeom prst="rect">
            <a:avLst/>
          </a:prstGeom>
          <a:solidFill>
            <a:schemeClr val="tx2">
              <a:lumMod val="10000"/>
              <a:lumOff val="90000"/>
            </a:schemeClr>
          </a:solidFill>
        </p:spPr>
        <p:txBody>
          <a:bodyPr vert="horz" anchor="ctr" anchorCtr="0"/>
          <a:lstStyle>
            <a:lvl1pPr marL="0" marR="0" indent="0" algn="ctr" defTabSz="1300262" rtl="0" eaLnBrk="1" fontAlgn="auto" latinLnBrk="0" hangingPunct="1">
              <a:lnSpc>
                <a:spcPct val="100000"/>
              </a:lnSpc>
              <a:spcBef>
                <a:spcPts val="0"/>
              </a:spcBef>
              <a:spcAft>
                <a:spcPts val="1200"/>
              </a:spcAft>
              <a:buClr>
                <a:srgbClr val="FFB133"/>
              </a:buClr>
              <a:buSzTx/>
              <a:buFontTx/>
              <a:buNone/>
              <a:tabLst/>
              <a:defRPr sz="1896" b="0" i="0" cap="all" baseline="0">
                <a:latin typeface="DA_FuturaPT Book" panose="020B0502020204020303" pitchFamily="34" charset="0"/>
                <a:ea typeface="DA_FuturaPT Book" panose="020B0502020204020303" pitchFamily="34" charset="0"/>
              </a:defRPr>
            </a:lvl1pPr>
          </a:lstStyle>
          <a:p>
            <a:r>
              <a:rPr lang="en-US"/>
              <a:t>Click icon to add picture</a:t>
            </a:r>
            <a:endParaRPr lang="ru-RU" dirty="0"/>
          </a:p>
        </p:txBody>
      </p:sp>
    </p:spTree>
    <p:extLst>
      <p:ext uri="{BB962C8B-B14F-4D97-AF65-F5344CB8AC3E}">
        <p14:creationId xmlns:p14="http://schemas.microsoft.com/office/powerpoint/2010/main" val="323858224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hank You Slide Yelloy">
    <p:bg>
      <p:bgPr>
        <a:solidFill>
          <a:schemeClr val="accent5"/>
        </a:solidFill>
        <a:effectLst/>
      </p:bgPr>
    </p:bg>
    <p:spTree>
      <p:nvGrpSpPr>
        <p:cNvPr id="1" name=""/>
        <p:cNvGrpSpPr/>
        <p:nvPr/>
      </p:nvGrpSpPr>
      <p:grpSpPr>
        <a:xfrm>
          <a:off x="0" y="0"/>
          <a:ext cx="0" cy="0"/>
          <a:chOff x="0" y="0"/>
          <a:chExt cx="0" cy="0"/>
        </a:xfrm>
      </p:grpSpPr>
      <p:sp>
        <p:nvSpPr>
          <p:cNvPr id="3" name="Title 1"/>
          <p:cNvSpPr>
            <a:spLocks noGrp="1"/>
          </p:cNvSpPr>
          <p:nvPr>
            <p:ph type="title" hasCustomPrompt="1"/>
          </p:nvPr>
        </p:nvSpPr>
        <p:spPr>
          <a:xfrm>
            <a:off x="4081463" y="4172492"/>
            <a:ext cx="12730457" cy="1859474"/>
          </a:xfrm>
          <a:ln>
            <a:noFill/>
          </a:ln>
        </p:spPr>
        <p:txBody>
          <a:bodyPr anchor="t" anchorCtr="0"/>
          <a:lstStyle>
            <a:lvl1pPr>
              <a:lnSpc>
                <a:spcPct val="100000"/>
              </a:lnSpc>
              <a:defRPr sz="7200" baseline="0">
                <a:solidFill>
                  <a:schemeClr val="tx1"/>
                </a:solidFill>
                <a:latin typeface="+mn-lt"/>
              </a:defRPr>
            </a:lvl1pPr>
          </a:lstStyle>
          <a:p>
            <a:pPr lvl="0"/>
            <a:r>
              <a:rPr lang="en-US" dirty="0"/>
              <a:t>Thank you!</a:t>
            </a:r>
            <a:endParaRPr lang="ru-RU" dirty="0"/>
          </a:p>
        </p:txBody>
      </p:sp>
      <p:sp>
        <p:nvSpPr>
          <p:cNvPr id="4" name="Текст 7">
            <a:extLst>
              <a:ext uri="{FF2B5EF4-FFF2-40B4-BE49-F238E27FC236}">
                <a16:creationId xmlns:a16="http://schemas.microsoft.com/office/drawing/2014/main" id="{A4BB7241-3E6F-C4B6-7451-324C780CFD37}"/>
              </a:ext>
            </a:extLst>
          </p:cNvPr>
          <p:cNvSpPr>
            <a:spLocks noGrp="1"/>
          </p:cNvSpPr>
          <p:nvPr>
            <p:ph type="body" sz="quarter" idx="10" hasCustomPrompt="1"/>
          </p:nvPr>
        </p:nvSpPr>
        <p:spPr>
          <a:xfrm>
            <a:off x="4081464" y="6501161"/>
            <a:ext cx="7510462" cy="2423764"/>
          </a:xfrm>
          <a:prstGeom prst="rect">
            <a:avLst/>
          </a:prstGeom>
        </p:spPr>
        <p:txBody>
          <a:bodyPr anchor="t"/>
          <a:lstStyle>
            <a:lvl1pPr marL="0" indent="0">
              <a:buNone/>
              <a:defRPr>
                <a:solidFill>
                  <a:schemeClr val="tx1"/>
                </a:solidFill>
              </a:defRPr>
            </a:lvl1pPr>
          </a:lstStyle>
          <a:p>
            <a:pPr lvl="0"/>
            <a:r>
              <a:rPr lang="en-US" dirty="0"/>
              <a:t>Full Name</a:t>
            </a:r>
            <a:br>
              <a:rPr lang="en-US" dirty="0"/>
            </a:br>
            <a:r>
              <a:rPr lang="en-US" dirty="0"/>
              <a:t>Job Title</a:t>
            </a:r>
            <a:br>
              <a:rPr lang="en-US" dirty="0"/>
            </a:br>
            <a:r>
              <a:rPr lang="en-US" dirty="0"/>
              <a:t>Company Name</a:t>
            </a:r>
            <a:br>
              <a:rPr lang="en-US" dirty="0"/>
            </a:br>
            <a:r>
              <a:rPr lang="en-US" dirty="0"/>
              <a:t>Your Email</a:t>
            </a:r>
          </a:p>
        </p:txBody>
      </p:sp>
    </p:spTree>
    <p:extLst>
      <p:ext uri="{BB962C8B-B14F-4D97-AF65-F5344CB8AC3E}">
        <p14:creationId xmlns:p14="http://schemas.microsoft.com/office/powerpoint/2010/main" val="288591416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hank You Slide Green">
    <p:bg>
      <p:bgPr>
        <a:solidFill>
          <a:schemeClr val="accent2"/>
        </a:solidFill>
        <a:effectLst/>
      </p:bgPr>
    </p:bg>
    <p:spTree>
      <p:nvGrpSpPr>
        <p:cNvPr id="1" name=""/>
        <p:cNvGrpSpPr/>
        <p:nvPr/>
      </p:nvGrpSpPr>
      <p:grpSpPr>
        <a:xfrm>
          <a:off x="0" y="0"/>
          <a:ext cx="0" cy="0"/>
          <a:chOff x="0" y="0"/>
          <a:chExt cx="0" cy="0"/>
        </a:xfrm>
      </p:grpSpPr>
      <p:sp>
        <p:nvSpPr>
          <p:cNvPr id="3" name="Title 1"/>
          <p:cNvSpPr>
            <a:spLocks noGrp="1"/>
          </p:cNvSpPr>
          <p:nvPr>
            <p:ph type="title" hasCustomPrompt="1"/>
          </p:nvPr>
        </p:nvSpPr>
        <p:spPr>
          <a:xfrm>
            <a:off x="4081463" y="4172492"/>
            <a:ext cx="12730457" cy="1851101"/>
          </a:xfrm>
          <a:ln>
            <a:noFill/>
          </a:ln>
        </p:spPr>
        <p:txBody>
          <a:bodyPr anchor="t" anchorCtr="0"/>
          <a:lstStyle>
            <a:lvl1pPr>
              <a:lnSpc>
                <a:spcPct val="100000"/>
              </a:lnSpc>
              <a:defRPr sz="7200" baseline="0">
                <a:solidFill>
                  <a:schemeClr val="tx1"/>
                </a:solidFill>
                <a:latin typeface="+mn-lt"/>
              </a:defRPr>
            </a:lvl1pPr>
          </a:lstStyle>
          <a:p>
            <a:pPr lvl="0"/>
            <a:r>
              <a:rPr lang="en-US" dirty="0"/>
              <a:t>Thank you!</a:t>
            </a:r>
            <a:endParaRPr lang="ru-RU" dirty="0"/>
          </a:p>
        </p:txBody>
      </p:sp>
      <p:sp>
        <p:nvSpPr>
          <p:cNvPr id="4" name="Текст 7">
            <a:extLst>
              <a:ext uri="{FF2B5EF4-FFF2-40B4-BE49-F238E27FC236}">
                <a16:creationId xmlns:a16="http://schemas.microsoft.com/office/drawing/2014/main" id="{A4BB7241-3E6F-C4B6-7451-324C780CFD37}"/>
              </a:ext>
            </a:extLst>
          </p:cNvPr>
          <p:cNvSpPr>
            <a:spLocks noGrp="1"/>
          </p:cNvSpPr>
          <p:nvPr>
            <p:ph type="body" sz="quarter" idx="10" hasCustomPrompt="1"/>
          </p:nvPr>
        </p:nvSpPr>
        <p:spPr>
          <a:xfrm>
            <a:off x="4081464" y="6501161"/>
            <a:ext cx="7510462" cy="2423764"/>
          </a:xfrm>
          <a:prstGeom prst="rect">
            <a:avLst/>
          </a:prstGeom>
        </p:spPr>
        <p:txBody>
          <a:bodyPr anchor="t"/>
          <a:lstStyle>
            <a:lvl1pPr marL="0" indent="0">
              <a:buNone/>
              <a:defRPr>
                <a:solidFill>
                  <a:schemeClr val="tx1"/>
                </a:solidFill>
              </a:defRPr>
            </a:lvl1pPr>
          </a:lstStyle>
          <a:p>
            <a:pPr lvl="0"/>
            <a:r>
              <a:rPr lang="en-US" dirty="0"/>
              <a:t>Full Name</a:t>
            </a:r>
            <a:br>
              <a:rPr lang="en-US" dirty="0"/>
            </a:br>
            <a:r>
              <a:rPr lang="en-US" dirty="0"/>
              <a:t>Job Title</a:t>
            </a:r>
            <a:br>
              <a:rPr lang="en-US" dirty="0"/>
            </a:br>
            <a:r>
              <a:rPr lang="en-US" dirty="0"/>
              <a:t>Company Name</a:t>
            </a:r>
            <a:br>
              <a:rPr lang="en-US" dirty="0"/>
            </a:br>
            <a:r>
              <a:rPr lang="en-US" dirty="0"/>
              <a:t>Your Email</a:t>
            </a:r>
          </a:p>
        </p:txBody>
      </p:sp>
    </p:spTree>
    <p:extLst>
      <p:ext uri="{BB962C8B-B14F-4D97-AF65-F5344CB8AC3E}">
        <p14:creationId xmlns:p14="http://schemas.microsoft.com/office/powerpoint/2010/main" val="206599334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er 1 Line Content 2 Row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476081" y="1147821"/>
            <a:ext cx="11846413" cy="849927"/>
          </a:xfrm>
        </p:spPr>
        <p:txBody>
          <a:bodyPr/>
          <a:lstStyle>
            <a:lvl1pPr>
              <a:defRPr baseline="0"/>
            </a:lvl1pPr>
          </a:lstStyle>
          <a:p>
            <a:pPr lvl="0"/>
            <a:r>
              <a:rPr lang="en-US" dirty="0"/>
              <a:t>Click to edit</a:t>
            </a:r>
            <a:endParaRPr lang="ru-RU" dirty="0"/>
          </a:p>
        </p:txBody>
      </p:sp>
      <p:sp>
        <p:nvSpPr>
          <p:cNvPr id="14" name="Прямоугольник 13">
            <a:extLst>
              <a:ext uri="{FF2B5EF4-FFF2-40B4-BE49-F238E27FC236}">
                <a16:creationId xmlns:a16="http://schemas.microsoft.com/office/drawing/2014/main" id="{44E9DA78-BE1F-9B43-A0F1-21CEB812E776}"/>
              </a:ext>
            </a:extLst>
          </p:cNvPr>
          <p:cNvSpPr/>
          <p:nvPr userDrawn="1"/>
        </p:nvSpPr>
        <p:spPr>
          <a:xfrm>
            <a:off x="1476078" y="1997747"/>
            <a:ext cx="1317520" cy="72000"/>
          </a:xfrm>
          <a:prstGeom prst="rect">
            <a:avLst/>
          </a:prstGeom>
          <a:solidFill>
            <a:srgbClr val="FFB1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x-none" sz="2426" dirty="0"/>
          </a:p>
        </p:txBody>
      </p:sp>
      <p:pic>
        <p:nvPicPr>
          <p:cNvPr id="8" name="Picture 7">
            <a:extLst>
              <a:ext uri="{FF2B5EF4-FFF2-40B4-BE49-F238E27FC236}">
                <a16:creationId xmlns:a16="http://schemas.microsoft.com/office/drawing/2014/main" id="{82CFF7A5-29D2-F208-1FE6-11A607EA8C9B}"/>
              </a:ext>
            </a:extLst>
          </p:cNvPr>
          <p:cNvPicPr>
            <a:picLocks noChangeAspect="1"/>
          </p:cNvPicPr>
          <p:nvPr userDrawn="1"/>
        </p:nvPicPr>
        <p:blipFill>
          <a:blip r:embed="rId2"/>
          <a:stretch>
            <a:fillRect/>
          </a:stretch>
        </p:blipFill>
        <p:spPr>
          <a:xfrm>
            <a:off x="14630401" y="1359125"/>
            <a:ext cx="2177511" cy="349224"/>
          </a:xfrm>
          <a:prstGeom prst="rect">
            <a:avLst/>
          </a:prstGeom>
        </p:spPr>
      </p:pic>
      <p:sp>
        <p:nvSpPr>
          <p:cNvPr id="4" name="Slide Number Placeholder 3">
            <a:extLst>
              <a:ext uri="{FF2B5EF4-FFF2-40B4-BE49-F238E27FC236}">
                <a16:creationId xmlns:a16="http://schemas.microsoft.com/office/drawing/2014/main" id="{A9BE9E60-99B1-62E3-601B-244563AA4CF1}"/>
              </a:ext>
            </a:extLst>
          </p:cNvPr>
          <p:cNvSpPr>
            <a:spLocks noGrp="1"/>
          </p:cNvSpPr>
          <p:nvPr>
            <p:ph type="sldNum" sz="quarter" idx="4"/>
          </p:nvPr>
        </p:nvSpPr>
        <p:spPr>
          <a:xfrm>
            <a:off x="14822904" y="9104312"/>
            <a:ext cx="2025233" cy="504921"/>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5" name="Footer Placeholder 4">
            <a:extLst>
              <a:ext uri="{FF2B5EF4-FFF2-40B4-BE49-F238E27FC236}">
                <a16:creationId xmlns:a16="http://schemas.microsoft.com/office/drawing/2014/main" id="{AD373533-7D10-1589-CE42-6208B3284C58}"/>
              </a:ext>
            </a:extLst>
          </p:cNvPr>
          <p:cNvSpPr>
            <a:spLocks noGrp="1"/>
          </p:cNvSpPr>
          <p:nvPr>
            <p:ph type="ftr" sz="quarter" idx="3"/>
          </p:nvPr>
        </p:nvSpPr>
        <p:spPr>
          <a:xfrm>
            <a:off x="1439863" y="9047162"/>
            <a:ext cx="6156325" cy="56197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Tree>
    <p:extLst>
      <p:ext uri="{BB962C8B-B14F-4D97-AF65-F5344CB8AC3E}">
        <p14:creationId xmlns:p14="http://schemas.microsoft.com/office/powerpoint/2010/main" val="4185874434"/>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40000" y="1080000"/>
            <a:ext cx="15408138" cy="1580650"/>
          </a:xfrm>
          <a:prstGeom prst="rect">
            <a:avLst/>
          </a:prstGeom>
        </p:spPr>
        <p:txBody>
          <a:bodyPr vert="horz" lIns="0" tIns="0" rIns="0" bIns="0" rtlCol="0" anchor="t" anchorCtr="0">
            <a:noAutofit/>
          </a:bodyPr>
          <a:lstStyle/>
          <a:p>
            <a:r>
              <a:rPr lang="en-US" dirty="0"/>
              <a:t>Sample Text</a:t>
            </a:r>
            <a:br>
              <a:rPr lang="en-US" dirty="0"/>
            </a:br>
            <a:endParaRPr lang="en-US" dirty="0"/>
          </a:p>
        </p:txBody>
      </p:sp>
      <p:sp>
        <p:nvSpPr>
          <p:cNvPr id="4" name="Slide Number Placeholder 3">
            <a:extLst>
              <a:ext uri="{FF2B5EF4-FFF2-40B4-BE49-F238E27FC236}">
                <a16:creationId xmlns:a16="http://schemas.microsoft.com/office/drawing/2014/main" id="{3B2AF341-81A0-D0EC-3917-0BE4AA58EA68}"/>
              </a:ext>
            </a:extLst>
          </p:cNvPr>
          <p:cNvSpPr>
            <a:spLocks noGrp="1"/>
          </p:cNvSpPr>
          <p:nvPr>
            <p:ph type="sldNum" sz="quarter" idx="4"/>
          </p:nvPr>
        </p:nvSpPr>
        <p:spPr>
          <a:xfrm>
            <a:off x="15516225" y="9104312"/>
            <a:ext cx="1331912" cy="504825"/>
          </a:xfrm>
          <a:prstGeom prst="rect">
            <a:avLst/>
          </a:prstGeom>
        </p:spPr>
        <p:txBody>
          <a:bodyPr vert="horz" lIns="0" tIns="0" rIns="0" bIns="0" rtlCol="0" anchor="t"/>
          <a:lstStyle>
            <a:lvl1pPr algn="r">
              <a:defRPr sz="1400" b="1">
                <a:solidFill>
                  <a:schemeClr val="tx1"/>
                </a:solidFill>
              </a:defRPr>
            </a:lvl1pPr>
          </a:lstStyle>
          <a:p>
            <a:r>
              <a:rPr lang="ru-RU" dirty="0"/>
              <a:t> </a:t>
            </a:r>
            <a:r>
              <a:rPr lang="ru-RU" b="0" dirty="0"/>
              <a:t>/</a:t>
            </a:r>
            <a:r>
              <a:rPr lang="ru-RU" dirty="0"/>
              <a:t> </a:t>
            </a:r>
            <a:fld id="{49165CBE-C494-7A42-AB39-464FE4BAD852}" type="slidenum">
              <a:rPr lang="en-RU" smtClean="0"/>
              <a:pPr/>
              <a:t>‹#›</a:t>
            </a:fld>
            <a:endParaRPr lang="en-RU" dirty="0"/>
          </a:p>
        </p:txBody>
      </p:sp>
      <p:sp>
        <p:nvSpPr>
          <p:cNvPr id="5" name="Footer Placeholder 4">
            <a:extLst>
              <a:ext uri="{FF2B5EF4-FFF2-40B4-BE49-F238E27FC236}">
                <a16:creationId xmlns:a16="http://schemas.microsoft.com/office/drawing/2014/main" id="{0F0A4FB8-CCA0-1F57-2DA0-498CFCC7B348}"/>
              </a:ext>
            </a:extLst>
          </p:cNvPr>
          <p:cNvSpPr>
            <a:spLocks noGrp="1"/>
          </p:cNvSpPr>
          <p:nvPr>
            <p:ph type="ftr" sz="quarter" idx="3"/>
          </p:nvPr>
        </p:nvSpPr>
        <p:spPr>
          <a:xfrm>
            <a:off x="1440000" y="9104312"/>
            <a:ext cx="10117136" cy="504826"/>
          </a:xfrm>
          <a:prstGeom prst="rect">
            <a:avLst/>
          </a:prstGeom>
        </p:spPr>
        <p:txBody>
          <a:bodyPr vert="horz" lIns="0" tIns="0" rIns="0" bIns="0" rtlCol="0" anchor="t"/>
          <a:lstStyle>
            <a:lvl1pPr algn="l">
              <a:lnSpc>
                <a:spcPct val="90000"/>
              </a:lnSpc>
              <a:defRPr sz="1200">
                <a:solidFill>
                  <a:schemeClr val="tx1"/>
                </a:solidFill>
              </a:defRPr>
            </a:lvl1pPr>
          </a:lstStyle>
          <a:p>
            <a:endParaRPr lang="en-RU" dirty="0"/>
          </a:p>
        </p:txBody>
      </p:sp>
      <p:sp>
        <p:nvSpPr>
          <p:cNvPr id="6" name="Text Placeholder 2">
            <a:extLst>
              <a:ext uri="{FF2B5EF4-FFF2-40B4-BE49-F238E27FC236}">
                <a16:creationId xmlns:a16="http://schemas.microsoft.com/office/drawing/2014/main" id="{0C0347B0-D0F9-4B91-9BC1-4DAC2ABC3ACD}"/>
              </a:ext>
            </a:extLst>
          </p:cNvPr>
          <p:cNvSpPr>
            <a:spLocks noGrp="1"/>
          </p:cNvSpPr>
          <p:nvPr>
            <p:ph type="body" idx="1"/>
          </p:nvPr>
        </p:nvSpPr>
        <p:spPr>
          <a:xfrm>
            <a:off x="1439864" y="2664000"/>
            <a:ext cx="15408138" cy="6260925"/>
          </a:xfrm>
          <a:prstGeom prst="rect">
            <a:avLst/>
          </a:prstGeom>
        </p:spPr>
        <p:txBody>
          <a:bodyPr vert="horz" lIns="0" tIns="0" rIns="0" bIns="0" rtlCol="0">
            <a:noAutofit/>
          </a:bodyPr>
          <a:lstStyle/>
          <a:p>
            <a:r>
              <a:rPr lang="en-US" dirty="0"/>
              <a:t>Master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7"/>
            <a:r>
              <a:rPr lang="en-US" dirty="0" err="1"/>
              <a:t>Eigth</a:t>
            </a:r>
            <a:r>
              <a:rPr lang="en-US" dirty="0"/>
              <a:t> level</a:t>
            </a:r>
          </a:p>
        </p:txBody>
      </p:sp>
    </p:spTree>
    <p:extLst>
      <p:ext uri="{BB962C8B-B14F-4D97-AF65-F5344CB8AC3E}">
        <p14:creationId xmlns:p14="http://schemas.microsoft.com/office/powerpoint/2010/main" val="3948771961"/>
      </p:ext>
    </p:extLst>
  </p:cSld>
  <p:clrMap bg1="lt1" tx1="dk1" bg2="lt2" tx2="dk2" accent1="accent1" accent2="accent2" accent3="accent3" accent4="accent4" accent5="accent5" accent6="accent6" hlink="hlink" folHlink="folHlink"/>
  <p:sldLayoutIdLst>
    <p:sldLayoutId id="2147483972" r:id="rId1"/>
    <p:sldLayoutId id="2147483973" r:id="rId2"/>
    <p:sldLayoutId id="2147484035" r:id="rId3"/>
    <p:sldLayoutId id="2147484032" r:id="rId4"/>
    <p:sldLayoutId id="2147484040" r:id="rId5"/>
    <p:sldLayoutId id="2147484033" r:id="rId6"/>
    <p:sldLayoutId id="2147484034" r:id="rId7"/>
    <p:sldLayoutId id="2147484052" r:id="rId8"/>
    <p:sldLayoutId id="2147483976" r:id="rId9"/>
    <p:sldLayoutId id="2147484049" r:id="rId10"/>
    <p:sldLayoutId id="2147484050" r:id="rId11"/>
    <p:sldLayoutId id="2147484023" r:id="rId12"/>
    <p:sldLayoutId id="2147484051" r:id="rId13"/>
    <p:sldLayoutId id="2147484024" r:id="rId14"/>
    <p:sldLayoutId id="2147484053" r:id="rId15"/>
    <p:sldLayoutId id="2147484030" r:id="rId16"/>
    <p:sldLayoutId id="2147484055" r:id="rId17"/>
    <p:sldLayoutId id="2147484054" r:id="rId18"/>
    <p:sldLayoutId id="2147484031" r:id="rId19"/>
    <p:sldLayoutId id="2147484036" r:id="rId20"/>
    <p:sldLayoutId id="2147484037" r:id="rId21"/>
    <p:sldLayoutId id="2147484038" r:id="rId22"/>
    <p:sldLayoutId id="2147484039" r:id="rId23"/>
    <p:sldLayoutId id="2147484025" r:id="rId24"/>
    <p:sldLayoutId id="2147484026" r:id="rId25"/>
    <p:sldLayoutId id="2147484027" r:id="rId26"/>
    <p:sldLayoutId id="2147484028" r:id="rId27"/>
    <p:sldLayoutId id="2147484047" r:id="rId28"/>
    <p:sldLayoutId id="2147484048" r:id="rId29"/>
    <p:sldLayoutId id="2147484029" r:id="rId30"/>
    <p:sldLayoutId id="2147484046" r:id="rId31"/>
    <p:sldLayoutId id="2147483997" r:id="rId32"/>
    <p:sldLayoutId id="2147484044" r:id="rId33"/>
    <p:sldLayoutId id="2147484045" r:id="rId34"/>
    <p:sldLayoutId id="2147483977" r:id="rId35"/>
  </p:sldLayoutIdLst>
  <p:hf hdr="0" ftr="0" dt="0"/>
  <p:txStyles>
    <p:titleStyle>
      <a:lvl1pPr algn="l" defTabSz="1300262" rtl="0" eaLnBrk="1" latinLnBrk="0" hangingPunct="1">
        <a:lnSpc>
          <a:spcPct val="90000"/>
        </a:lnSpc>
        <a:spcBef>
          <a:spcPct val="0"/>
        </a:spcBef>
        <a:buNone/>
        <a:defRPr sz="5400" kern="1200" baseline="0">
          <a:solidFill>
            <a:schemeClr val="tx1"/>
          </a:solidFill>
          <a:latin typeface="+mj-lt"/>
          <a:ea typeface="+mj-ea"/>
          <a:cs typeface="+mj-cs"/>
        </a:defRPr>
      </a:lvl1pPr>
    </p:titleStyle>
    <p:bodyStyle>
      <a:lvl1pPr marL="0" indent="0" algn="l" defTabSz="1300262" rtl="0" eaLnBrk="1" latinLnBrk="0" hangingPunct="1">
        <a:lnSpc>
          <a:spcPct val="100000"/>
        </a:lnSpc>
        <a:spcBef>
          <a:spcPts val="0"/>
        </a:spcBef>
        <a:spcAft>
          <a:spcPts val="1200"/>
        </a:spcAft>
        <a:buClr>
          <a:srgbClr val="FFB133"/>
        </a:buClr>
        <a:buFontTx/>
        <a:buNone/>
        <a:defRPr sz="2400" b="0" i="0" kern="1200">
          <a:solidFill>
            <a:schemeClr val="tx1"/>
          </a:solidFill>
          <a:latin typeface="DA_FuturaPT Book" panose="020B0502020204020303" pitchFamily="34" charset="0"/>
          <a:ea typeface="DA_FuturaPT Book" panose="020B0502020204020303" pitchFamily="34" charset="0"/>
          <a:cs typeface="+mn-cs"/>
        </a:defRPr>
      </a:lvl1pPr>
      <a:lvl2pPr marL="0" indent="0" algn="l" defTabSz="1300262" rtl="0" eaLnBrk="1" latinLnBrk="0" hangingPunct="1">
        <a:lnSpc>
          <a:spcPct val="100000"/>
        </a:lnSpc>
        <a:spcBef>
          <a:spcPts val="0"/>
        </a:spcBef>
        <a:spcAft>
          <a:spcPts val="1200"/>
        </a:spcAft>
        <a:buClr>
          <a:schemeClr val="tx1"/>
        </a:buClr>
        <a:buSzPct val="120000"/>
        <a:buFontTx/>
        <a:buNone/>
        <a:defRPr sz="2400" b="0" i="0" kern="1200">
          <a:ln>
            <a:noFill/>
          </a:ln>
          <a:solidFill>
            <a:schemeClr val="tx1"/>
          </a:solidFill>
          <a:latin typeface="DA_FuturaPT Demi" panose="020B0502020204020303" pitchFamily="34" charset="77"/>
          <a:ea typeface="DA_FuturaPT Demi" panose="020B0502020204020303" pitchFamily="34" charset="77"/>
          <a:cs typeface="+mn-cs"/>
        </a:defRPr>
      </a:lvl2pPr>
      <a:lvl3pPr marL="396000" indent="-396000" algn="l" defTabSz="1300262" rtl="0" eaLnBrk="1" latinLnBrk="0" hangingPunct="1">
        <a:lnSpc>
          <a:spcPct val="100000"/>
        </a:lnSpc>
        <a:spcBef>
          <a:spcPts val="0"/>
        </a:spcBef>
        <a:spcAft>
          <a:spcPts val="1200"/>
        </a:spcAft>
        <a:buClr>
          <a:schemeClr val="tx1"/>
        </a:buClr>
        <a:buSzPct val="100000"/>
        <a:buFont typeface="Arial" panose="020B0604020202020204" pitchFamily="34" charset="0"/>
        <a:buChar char="•"/>
        <a:defRPr sz="2400" b="0" i="0" kern="1200">
          <a:solidFill>
            <a:schemeClr val="tx1"/>
          </a:solidFill>
          <a:latin typeface="DA_FuturaPT Book" panose="020B0502020204020303" pitchFamily="34" charset="0"/>
          <a:ea typeface="DA_FuturaPT Book" panose="020B0502020204020303" pitchFamily="34" charset="0"/>
          <a:cs typeface="+mn-cs"/>
        </a:defRPr>
      </a:lvl3pPr>
      <a:lvl4pPr marL="572400" indent="-396000" algn="l" defTabSz="1300262" rtl="0" eaLnBrk="1" latinLnBrk="0" hangingPunct="1">
        <a:lnSpc>
          <a:spcPct val="100000"/>
        </a:lnSpc>
        <a:spcBef>
          <a:spcPts val="0"/>
        </a:spcBef>
        <a:spcAft>
          <a:spcPts val="1200"/>
        </a:spcAft>
        <a:buClr>
          <a:schemeClr val="tx1"/>
        </a:buClr>
        <a:buFont typeface="Arial" panose="020B0604020202020204" pitchFamily="34" charset="0"/>
        <a:buChar char="•"/>
        <a:defRPr sz="1800" b="0" i="0" kern="1200">
          <a:solidFill>
            <a:schemeClr val="tx1"/>
          </a:solidFill>
          <a:latin typeface="DA_FuturaPT Book" panose="020B0502020204020303" pitchFamily="34" charset="0"/>
          <a:ea typeface="DA_FuturaPT Book" panose="020B0502020204020303" pitchFamily="34" charset="0"/>
          <a:cs typeface="+mn-cs"/>
        </a:defRPr>
      </a:lvl4pPr>
      <a:lvl5pPr marL="1076400" indent="-396000" algn="l" defTabSz="1300262" rtl="0" eaLnBrk="1" latinLnBrk="0" hangingPunct="1">
        <a:lnSpc>
          <a:spcPct val="100000"/>
        </a:lnSpc>
        <a:spcBef>
          <a:spcPts val="0"/>
        </a:spcBef>
        <a:spcAft>
          <a:spcPts val="1200"/>
        </a:spcAft>
        <a:buClr>
          <a:schemeClr val="tx1"/>
        </a:buClr>
        <a:buFont typeface="Arial" panose="020B0604020202020204" pitchFamily="34" charset="0"/>
        <a:buChar char="•"/>
        <a:tabLst>
          <a:tab pos="8994988" algn="l"/>
        </a:tabLst>
        <a:defRPr sz="1800" b="0" i="0" kern="1200">
          <a:solidFill>
            <a:schemeClr val="tx1"/>
          </a:solidFill>
          <a:latin typeface="+mn-lt"/>
          <a:ea typeface="DA_FuturaPT Book" panose="020B0502020204020303" pitchFamily="34" charset="0"/>
          <a:cs typeface="+mn-cs"/>
        </a:defRPr>
      </a:lvl5pPr>
      <a:lvl6pPr marL="342900" indent="-342900" algn="l" defTabSz="1300262" rtl="0" eaLnBrk="1" latinLnBrk="0" hangingPunct="1">
        <a:lnSpc>
          <a:spcPct val="100000"/>
        </a:lnSpc>
        <a:spcBef>
          <a:spcPts val="0"/>
        </a:spcBef>
        <a:spcAft>
          <a:spcPts val="1200"/>
        </a:spcAft>
        <a:buFont typeface="+mj-lt"/>
        <a:buAutoNum type="arabicPeriod"/>
        <a:defRPr sz="2400" b="0" i="0" kern="1200">
          <a:solidFill>
            <a:schemeClr val="tx1"/>
          </a:solidFill>
          <a:latin typeface="DA_FuturaPT Medium" panose="020B0502020204020303" pitchFamily="34" charset="77"/>
          <a:ea typeface="DA_FuturaPT Medium" panose="020B0502020204020303" pitchFamily="34" charset="77"/>
          <a:cs typeface="+mn-cs"/>
        </a:defRPr>
      </a:lvl6pPr>
      <a:lvl7pPr marL="0" indent="0" algn="l" defTabSz="1300262" rtl="0" eaLnBrk="1" latinLnBrk="0" hangingPunct="1">
        <a:lnSpc>
          <a:spcPct val="100000"/>
        </a:lnSpc>
        <a:spcBef>
          <a:spcPts val="0"/>
        </a:spcBef>
        <a:spcAft>
          <a:spcPts val="800"/>
        </a:spcAft>
        <a:buFontTx/>
        <a:buNone/>
        <a:defRPr sz="1800" kern="1200">
          <a:solidFill>
            <a:schemeClr val="tx1"/>
          </a:solidFill>
          <a:latin typeface="+mn-lt"/>
          <a:ea typeface="+mn-ea"/>
          <a:cs typeface="+mn-cs"/>
        </a:defRPr>
      </a:lvl7pPr>
      <a:lvl8pPr marL="324000" indent="-324000" algn="l" defTabSz="1300262" rtl="0" eaLnBrk="1" latinLnBrk="0" hangingPunct="1">
        <a:lnSpc>
          <a:spcPct val="100000"/>
        </a:lnSpc>
        <a:spcBef>
          <a:spcPts val="0"/>
        </a:spcBef>
        <a:spcAft>
          <a:spcPts val="800"/>
        </a:spcAft>
        <a:buFont typeface="Arial" panose="020B0604020202020204" pitchFamily="34" charset="0"/>
        <a:buChar char="•"/>
        <a:defRPr sz="1800" kern="1200">
          <a:solidFill>
            <a:schemeClr val="tx1"/>
          </a:solidFill>
          <a:latin typeface="+mn-lt"/>
          <a:ea typeface="+mn-ea"/>
          <a:cs typeface="+mn-cs"/>
        </a:defRPr>
      </a:lvl8pPr>
      <a:lvl9pPr marL="0" indent="0" algn="l" defTabSz="1300262" rtl="0" eaLnBrk="1" latinLnBrk="0" hangingPunct="1">
        <a:lnSpc>
          <a:spcPct val="100000"/>
        </a:lnSpc>
        <a:spcBef>
          <a:spcPts val="0"/>
        </a:spcBef>
        <a:spcAft>
          <a:spcPts val="800"/>
        </a:spcAft>
        <a:buFont typeface="Arial" panose="020B0604020202020204" pitchFamily="34" charset="0"/>
        <a:buNone/>
        <a:defRPr sz="1600" kern="1200">
          <a:solidFill>
            <a:schemeClr val="tx1"/>
          </a:solidFill>
          <a:latin typeface="+mn-lt"/>
          <a:ea typeface="+mn-ea"/>
          <a:cs typeface="+mn-cs"/>
        </a:defRPr>
      </a:lvl9pPr>
    </p:bodyStyle>
    <p:otherStyle>
      <a:defPPr>
        <a:defRPr lang="en-US"/>
      </a:defPPr>
      <a:lvl1pPr marL="0" algn="l" defTabSz="1300262" rtl="0" eaLnBrk="1" latinLnBrk="0" hangingPunct="1">
        <a:defRPr sz="2560" kern="1200">
          <a:solidFill>
            <a:schemeClr val="tx1"/>
          </a:solidFill>
          <a:latin typeface="+mn-lt"/>
          <a:ea typeface="+mn-ea"/>
          <a:cs typeface="+mn-cs"/>
        </a:defRPr>
      </a:lvl1pPr>
      <a:lvl2pPr marL="650131" algn="l" defTabSz="1300262" rtl="0" eaLnBrk="1" latinLnBrk="0" hangingPunct="1">
        <a:defRPr sz="2560" kern="1200">
          <a:solidFill>
            <a:schemeClr val="tx1"/>
          </a:solidFill>
          <a:latin typeface="+mn-lt"/>
          <a:ea typeface="+mn-ea"/>
          <a:cs typeface="+mn-cs"/>
        </a:defRPr>
      </a:lvl2pPr>
      <a:lvl3pPr marL="1300262" algn="l" defTabSz="1300262" rtl="0" eaLnBrk="1" latinLnBrk="0" hangingPunct="1">
        <a:defRPr sz="2560" kern="1200">
          <a:solidFill>
            <a:schemeClr val="tx1"/>
          </a:solidFill>
          <a:latin typeface="+mn-lt"/>
          <a:ea typeface="+mn-ea"/>
          <a:cs typeface="+mn-cs"/>
        </a:defRPr>
      </a:lvl3pPr>
      <a:lvl4pPr marL="1950393" algn="l" defTabSz="1300262" rtl="0" eaLnBrk="1" latinLnBrk="0" hangingPunct="1">
        <a:defRPr sz="2560" kern="1200">
          <a:solidFill>
            <a:schemeClr val="tx1"/>
          </a:solidFill>
          <a:latin typeface="+mn-lt"/>
          <a:ea typeface="+mn-ea"/>
          <a:cs typeface="+mn-cs"/>
        </a:defRPr>
      </a:lvl4pPr>
      <a:lvl5pPr marL="2600525" algn="l" defTabSz="1300262" rtl="0" eaLnBrk="1" latinLnBrk="0" hangingPunct="1">
        <a:defRPr sz="2560" kern="1200">
          <a:solidFill>
            <a:schemeClr val="tx1"/>
          </a:solidFill>
          <a:latin typeface="+mn-lt"/>
          <a:ea typeface="+mn-ea"/>
          <a:cs typeface="+mn-cs"/>
        </a:defRPr>
      </a:lvl5pPr>
      <a:lvl6pPr marL="3250656" algn="l" defTabSz="1300262" rtl="0" eaLnBrk="1" latinLnBrk="0" hangingPunct="1">
        <a:defRPr sz="2560" kern="1200">
          <a:solidFill>
            <a:schemeClr val="tx1"/>
          </a:solidFill>
          <a:latin typeface="+mn-lt"/>
          <a:ea typeface="+mn-ea"/>
          <a:cs typeface="+mn-cs"/>
        </a:defRPr>
      </a:lvl6pPr>
      <a:lvl7pPr marL="3900787" algn="l" defTabSz="1300262" rtl="0" eaLnBrk="1" latinLnBrk="0" hangingPunct="1">
        <a:defRPr sz="2560" kern="1200">
          <a:solidFill>
            <a:schemeClr val="tx1"/>
          </a:solidFill>
          <a:latin typeface="+mn-lt"/>
          <a:ea typeface="+mn-ea"/>
          <a:cs typeface="+mn-cs"/>
        </a:defRPr>
      </a:lvl7pPr>
      <a:lvl8pPr marL="4550919" algn="l" defTabSz="1300262" rtl="0" eaLnBrk="1" latinLnBrk="0" hangingPunct="1">
        <a:defRPr sz="2560" kern="1200">
          <a:solidFill>
            <a:schemeClr val="tx1"/>
          </a:solidFill>
          <a:latin typeface="+mn-lt"/>
          <a:ea typeface="+mn-ea"/>
          <a:cs typeface="+mn-cs"/>
        </a:defRPr>
      </a:lvl8pPr>
      <a:lvl9pPr marL="5201050" algn="l" defTabSz="1300262" rtl="0" eaLnBrk="1" latinLnBrk="0" hangingPunct="1">
        <a:defRPr sz="25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678" userDrawn="1">
          <p15:clr>
            <a:srgbClr val="F26B43"/>
          </p15:clr>
        </p15:guide>
        <p15:guide id="3" pos="907" userDrawn="1">
          <p15:clr>
            <a:srgbClr val="F26B43"/>
          </p15:clr>
        </p15:guide>
        <p15:guide id="4" orient="horz" pos="1676" userDrawn="1">
          <p15:clr>
            <a:srgbClr val="F26B43"/>
          </p15:clr>
        </p15:guide>
        <p15:guide id="11" orient="horz" pos="5735" userDrawn="1">
          <p15:clr>
            <a:srgbClr val="F26B43"/>
          </p15:clr>
        </p15:guide>
        <p15:guide id="27" orient="horz" pos="1245" userDrawn="1">
          <p15:clr>
            <a:srgbClr val="F26B43"/>
          </p15:clr>
        </p15:guide>
        <p15:guide id="28" pos="1474" userDrawn="1">
          <p15:clr>
            <a:srgbClr val="F26B43"/>
          </p15:clr>
        </p15:guide>
        <p15:guide id="29" pos="1739" userDrawn="1">
          <p15:clr>
            <a:srgbClr val="F26B43"/>
          </p15:clr>
        </p15:guide>
        <p15:guide id="30" pos="2302" userDrawn="1">
          <p15:clr>
            <a:srgbClr val="F26B43"/>
          </p15:clr>
        </p15:guide>
        <p15:guide id="31" pos="2571" userDrawn="1">
          <p15:clr>
            <a:srgbClr val="F26B43"/>
          </p15:clr>
        </p15:guide>
        <p15:guide id="32" pos="3136" userDrawn="1">
          <p15:clr>
            <a:srgbClr val="F26B43"/>
          </p15:clr>
        </p15:guide>
        <p15:guide id="33" pos="3398" userDrawn="1">
          <p15:clr>
            <a:srgbClr val="F26B43"/>
          </p15:clr>
        </p15:guide>
        <p15:guide id="34" pos="3968" userDrawn="1">
          <p15:clr>
            <a:srgbClr val="F26B43"/>
          </p15:clr>
        </p15:guide>
        <p15:guide id="35" pos="4229" userDrawn="1">
          <p15:clr>
            <a:srgbClr val="F26B43"/>
          </p15:clr>
        </p15:guide>
        <p15:guide id="36" pos="4794" userDrawn="1">
          <p15:clr>
            <a:srgbClr val="F26B43"/>
          </p15:clr>
        </p15:guide>
        <p15:guide id="37" pos="5065" userDrawn="1">
          <p15:clr>
            <a:srgbClr val="F26B43"/>
          </p15:clr>
        </p15:guide>
        <p15:guide id="38" pos="5628" userDrawn="1">
          <p15:clr>
            <a:srgbClr val="F26B43"/>
          </p15:clr>
        </p15:guide>
        <p15:guide id="39" pos="5892" userDrawn="1">
          <p15:clr>
            <a:srgbClr val="F26B43"/>
          </p15:clr>
        </p15:guide>
        <p15:guide id="40" pos="6457" userDrawn="1">
          <p15:clr>
            <a:srgbClr val="F26B43"/>
          </p15:clr>
        </p15:guide>
        <p15:guide id="41" pos="6721" userDrawn="1">
          <p15:clr>
            <a:srgbClr val="F26B43"/>
          </p15:clr>
        </p15:guide>
        <p15:guide id="42" pos="7291" userDrawn="1">
          <p15:clr>
            <a:srgbClr val="F26B43"/>
          </p15:clr>
        </p15:guide>
        <p15:guide id="43" pos="7553" userDrawn="1">
          <p15:clr>
            <a:srgbClr val="F26B43"/>
          </p15:clr>
        </p15:guide>
        <p15:guide id="44" pos="8120" userDrawn="1">
          <p15:clr>
            <a:srgbClr val="F26B43"/>
          </p15:clr>
        </p15:guide>
        <p15:guide id="45" pos="8384" userDrawn="1">
          <p15:clr>
            <a:srgbClr val="F26B43"/>
          </p15:clr>
        </p15:guide>
        <p15:guide id="46" pos="8949" userDrawn="1">
          <p15:clr>
            <a:srgbClr val="F26B43"/>
          </p15:clr>
        </p15:guide>
        <p15:guide id="47" pos="9220" userDrawn="1">
          <p15:clr>
            <a:srgbClr val="F26B43"/>
          </p15:clr>
        </p15:guide>
        <p15:guide id="48" pos="9783" userDrawn="1">
          <p15:clr>
            <a:srgbClr val="F26B43"/>
          </p15:clr>
        </p15:guide>
        <p15:guide id="49" pos="10046" userDrawn="1">
          <p15:clr>
            <a:srgbClr val="F26B43"/>
          </p15:clr>
        </p15:guide>
        <p15:guide id="50" orient="horz" pos="6053" userDrawn="1">
          <p15:clr>
            <a:srgbClr val="F26B43"/>
          </p15:clr>
        </p15:guide>
        <p15:guide id="51" pos="10613" userDrawn="1">
          <p15:clr>
            <a:srgbClr val="F26B43"/>
          </p15:clr>
        </p15:guide>
        <p15:guide id="52" orient="horz" pos="5622"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35.xml"/></Relationships>
</file>

<file path=ppt/slides/_rels/slide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hyperlink" Target="https://devblogs.microsoft.com/dotnet/announcing-dotnet-10/" TargetMode="Externa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mailto:Colorful.Console@1.2.15" TargetMode="External"/><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s://www.nuget.org/packages/VladislavAntonyuk.DotNetTemplates" TargetMode="External"/><Relationship Id="rId1" Type="http://schemas.openxmlformats.org/officeDocument/2006/relationships/slideLayout" Target="../slideLayouts/slideLayout9.xml"/><Relationship Id="rId4" Type="http://schemas.openxmlformats.org/officeDocument/2006/relationships/hyperlink" Target="https://writeabout.net/2016/04/28/manage-dependencies-with-nuget-and-tfs/" TargetMode="Externa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5.xml"/><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2.xml.rels><?xml version="1.0" encoding="UTF-8" standalone="yes"?>
<Relationships xmlns="http://schemas.openxmlformats.org/package/2006/relationships"><Relationship Id="rId3" Type="http://schemas.openxmlformats.org/officeDocument/2006/relationships/hyperlink" Target="https://learn.microsoft.com/en-us/dotnet/aspire/" TargetMode="External"/><Relationship Id="rId2" Type="http://schemas.openxmlformats.org/officeDocument/2006/relationships/hyperlink" Target="https://learn.microsoft.com/en-us/dotnet/core/whats-new/dotnet-9/overview" TargetMode="External"/><Relationship Id="rId1" Type="http://schemas.openxmlformats.org/officeDocument/2006/relationships/slideLayout" Target="../slideLayouts/slideLayout9.xml"/><Relationship Id="rId4" Type="http://schemas.openxmlformats.org/officeDocument/2006/relationships/hyperlink" Target="https://learn.microsoft.com/en-us/dotnet/ai/get-started/dotnet-ai-overview"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74102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0F21C8D-98A7-2615-E478-F715EEC6C7CD}"/>
              </a:ext>
            </a:extLst>
          </p:cNvPr>
          <p:cNvSpPr>
            <a:spLocks noGrp="1"/>
          </p:cNvSpPr>
          <p:nvPr>
            <p:ph type="title"/>
          </p:nvPr>
        </p:nvSpPr>
        <p:spPr/>
        <p:txBody>
          <a:bodyPr/>
          <a:lstStyle/>
          <a:p>
            <a:endParaRPr lang="en-US"/>
          </a:p>
        </p:txBody>
      </p:sp>
      <p:pic>
        <p:nvPicPr>
          <p:cNvPr id="1026" name="Picture 2" descr="undefined">
            <a:extLst>
              <a:ext uri="{FF2B5EF4-FFF2-40B4-BE49-F238E27FC236}">
                <a16:creationId xmlns:a16="http://schemas.microsoft.com/office/drawing/2014/main" id="{07D9EC1A-B93F-E9A8-C1B5-C4441D4C4CA3}"/>
              </a:ext>
            </a:extLst>
          </p:cNvPr>
          <p:cNvPicPr>
            <a:picLocks noGrp="1" noChangeAspect="1" noChangeArrowheads="1"/>
          </p:cNvPicPr>
          <p:nvPr>
            <p:ph type="pic" sz="quarter" idx="4294967295"/>
          </p:nvPr>
        </p:nvPicPr>
        <p:blipFill>
          <a:blip r:embed="rId2">
            <a:extLst>
              <a:ext uri="{28A0092B-C50C-407E-A947-70E740481C1C}">
                <a14:useLocalDpi xmlns:a14="http://schemas.microsoft.com/office/drawing/2010/main" val="0"/>
              </a:ext>
            </a:extLst>
          </a:blip>
          <a:srcRect t="7806" b="7806"/>
          <a:stretch/>
        </p:blipFill>
        <p:spPr bwMode="auto">
          <a:xfrm>
            <a:off x="0" y="0"/>
            <a:ext cx="18288000" cy="1028858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42C77A4A-89D5-EB85-FE32-DD0CCECE6AC5}"/>
              </a:ext>
            </a:extLst>
          </p:cNvPr>
          <p:cNvPicPr>
            <a:picLocks noChangeAspect="1"/>
          </p:cNvPicPr>
          <p:nvPr/>
        </p:nvPicPr>
        <p:blipFill>
          <a:blip r:embed="rId3"/>
          <a:stretch>
            <a:fillRect/>
          </a:stretch>
        </p:blipFill>
        <p:spPr>
          <a:xfrm>
            <a:off x="-551662" y="1748671"/>
            <a:ext cx="10186869" cy="6791246"/>
          </a:xfrm>
          <a:prstGeom prst="rect">
            <a:avLst/>
          </a:prstGeom>
        </p:spPr>
      </p:pic>
      <p:sp>
        <p:nvSpPr>
          <p:cNvPr id="8" name="Title 3">
            <a:extLst>
              <a:ext uri="{FF2B5EF4-FFF2-40B4-BE49-F238E27FC236}">
                <a16:creationId xmlns:a16="http://schemas.microsoft.com/office/drawing/2014/main" id="{CB5ED60C-843E-C2A3-CFA3-87B89A90F5CC}"/>
              </a:ext>
            </a:extLst>
          </p:cNvPr>
          <p:cNvSpPr txBox="1">
            <a:spLocks/>
          </p:cNvSpPr>
          <p:nvPr/>
        </p:nvSpPr>
        <p:spPr>
          <a:xfrm>
            <a:off x="9144000" y="4204703"/>
            <a:ext cx="9144000" cy="944628"/>
          </a:xfrm>
          <a:prstGeom prst="rect">
            <a:avLst/>
          </a:prstGeom>
          <a:noFill/>
        </p:spPr>
        <p:txBody>
          <a:bodyPr vert="horz" lIns="0" tIns="0" rIns="0" bIns="0" rtlCol="0" anchor="t" anchorCtr="0">
            <a:noAutofit/>
          </a:bodyPr>
          <a:lstStyle>
            <a:lvl1pPr algn="l" defTabSz="1300262" rtl="0" eaLnBrk="1" latinLnBrk="0" hangingPunct="1">
              <a:lnSpc>
                <a:spcPct val="90000"/>
              </a:lnSpc>
              <a:spcBef>
                <a:spcPct val="0"/>
              </a:spcBef>
              <a:buNone/>
              <a:defRPr sz="5400" kern="1200" baseline="0">
                <a:solidFill>
                  <a:schemeClr val="tx1"/>
                </a:solidFill>
                <a:latin typeface="+mj-lt"/>
                <a:ea typeface="+mj-ea"/>
                <a:cs typeface="+mj-cs"/>
              </a:defRPr>
            </a:lvl1pPr>
          </a:lstStyle>
          <a:p>
            <a:pPr algn="ctr"/>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rPr>
              <a:t>.NET Conf 2025 – Ukraine</a:t>
            </a:r>
            <a:endParaRPr lang="en-IL"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endParaRPr>
          </a:p>
        </p:txBody>
      </p:sp>
      <p:sp>
        <p:nvSpPr>
          <p:cNvPr id="9" name="Title 3">
            <a:extLst>
              <a:ext uri="{FF2B5EF4-FFF2-40B4-BE49-F238E27FC236}">
                <a16:creationId xmlns:a16="http://schemas.microsoft.com/office/drawing/2014/main" id="{77B5D5A0-03F7-620B-408A-C7AAE7CFA496}"/>
              </a:ext>
            </a:extLst>
          </p:cNvPr>
          <p:cNvSpPr txBox="1">
            <a:spLocks/>
          </p:cNvSpPr>
          <p:nvPr/>
        </p:nvSpPr>
        <p:spPr>
          <a:xfrm>
            <a:off x="9082469" y="6233286"/>
            <a:ext cx="9205531" cy="2691560"/>
          </a:xfrm>
          <a:prstGeom prst="rect">
            <a:avLst/>
          </a:prstGeom>
          <a:noFill/>
        </p:spPr>
        <p:txBody>
          <a:bodyPr vert="horz" lIns="0" tIns="0" rIns="0" bIns="0" rtlCol="0" anchor="t" anchorCtr="0">
            <a:noAutofit/>
          </a:bodyPr>
          <a:lstStyle>
            <a:lvl1pPr algn="l" defTabSz="1300262" rtl="0" eaLnBrk="1" latinLnBrk="0" hangingPunct="1">
              <a:lnSpc>
                <a:spcPct val="90000"/>
              </a:lnSpc>
              <a:spcBef>
                <a:spcPct val="0"/>
              </a:spcBef>
              <a:buNone/>
              <a:defRPr sz="5400" kern="1200" baseline="0">
                <a:solidFill>
                  <a:schemeClr val="tx1"/>
                </a:solidFill>
                <a:latin typeface="+mj-lt"/>
                <a:ea typeface="+mj-ea"/>
                <a:cs typeface="+mj-cs"/>
              </a:defRPr>
            </a:lvl1pPr>
          </a:lstStyle>
          <a:p>
            <a:pPr algn="ctr"/>
            <a:r>
              <a:rPr lang="en-US" dirty="0">
                <a:ln w="0"/>
                <a:effectLst>
                  <a:outerShdw blurRad="38100" dist="19050" dir="2700000" algn="tl" rotWithShape="0">
                    <a:schemeClr val="dk1">
                      <a:alpha val="40000"/>
                    </a:schemeClr>
                  </a:outerShdw>
                </a:effectLst>
              </a:rPr>
              <a:t>Vladislav Antonyuk</a:t>
            </a:r>
          </a:p>
          <a:p>
            <a:pPr algn="ctr"/>
            <a:r>
              <a:rPr lang="en-US" dirty="0" err="1">
                <a:ln w="0"/>
                <a:effectLst>
                  <a:outerShdw blurRad="38100" dist="19050" dir="2700000" algn="tl" rotWithShape="0">
                    <a:schemeClr val="dk1">
                      <a:alpha val="40000"/>
                    </a:schemeClr>
                  </a:outerShdw>
                </a:effectLst>
              </a:rPr>
              <a:t>Rostyslav</a:t>
            </a:r>
            <a:r>
              <a:rPr lang="en-US" dirty="0">
                <a:ln w="0"/>
                <a:effectLst>
                  <a:outerShdw blurRad="38100" dist="19050" dir="2700000" algn="tl" rotWithShape="0">
                    <a:schemeClr val="dk1">
                      <a:alpha val="40000"/>
                    </a:schemeClr>
                  </a:outerShdw>
                </a:effectLst>
              </a:rPr>
              <a:t> </a:t>
            </a:r>
            <a:r>
              <a:rPr lang="en-US" dirty="0" err="1">
                <a:ln w="0"/>
                <a:effectLst>
                  <a:outerShdw blurRad="38100" dist="19050" dir="2700000" algn="tl" rotWithShape="0">
                    <a:schemeClr val="dk1">
                      <a:alpha val="40000"/>
                    </a:schemeClr>
                  </a:outerShdw>
                </a:effectLst>
              </a:rPr>
              <a:t>Skrypnik</a:t>
            </a:r>
            <a:endParaRPr lang="en-IL" dirty="0">
              <a:ln w="0"/>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8614521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330A990-8700-1BEC-609C-3726B4E244DE}"/>
              </a:ext>
            </a:extLst>
          </p:cNvPr>
          <p:cNvSpPr>
            <a:spLocks noGrp="1"/>
          </p:cNvSpPr>
          <p:nvPr>
            <p:ph type="title"/>
          </p:nvPr>
        </p:nvSpPr>
        <p:spPr>
          <a:noFill/>
        </p:spPr>
        <p:txBody>
          <a:bodyPr vert="horz" lIns="0" tIns="0" rIns="0" bIns="0" rtlCol="0" anchor="t" anchorCtr="0">
            <a:noAutofit/>
          </a:bodyPr>
          <a:lstStyle/>
          <a:p>
            <a:r>
              <a:rPr lang="en-US" dirty="0"/>
              <a:t>AI-Friendly Calendar!</a:t>
            </a:r>
            <a:endParaRPr lang="en-IL" dirty="0"/>
          </a:p>
        </p:txBody>
      </p:sp>
      <p:sp>
        <p:nvSpPr>
          <p:cNvPr id="3" name="Slide Number Placeholder 2">
            <a:extLst>
              <a:ext uri="{FF2B5EF4-FFF2-40B4-BE49-F238E27FC236}">
                <a16:creationId xmlns:a16="http://schemas.microsoft.com/office/drawing/2014/main" id="{6911B9BD-AC92-BFEF-0598-FB233026DF8A}"/>
              </a:ext>
            </a:extLst>
          </p:cNvPr>
          <p:cNvSpPr>
            <a:spLocks noGrp="1"/>
          </p:cNvSpPr>
          <p:nvPr>
            <p:ph type="sldNum" sz="quarter" idx="4"/>
          </p:nvPr>
        </p:nvSpPr>
        <p:spPr>
          <a:xfrm>
            <a:off x="15516225" y="9104312"/>
            <a:ext cx="1331912" cy="504825"/>
          </a:xfrm>
        </p:spPr>
        <p:txBody>
          <a:bodyPr/>
          <a:lstStyle/>
          <a:p>
            <a:r>
              <a:rPr lang="ru-RU"/>
              <a:t> </a:t>
            </a:r>
            <a:r>
              <a:rPr lang="ru-RU" b="0"/>
              <a:t>/</a:t>
            </a:r>
            <a:r>
              <a:rPr lang="ru-RU"/>
              <a:t> </a:t>
            </a:r>
            <a:fld id="{49165CBE-C494-7A42-AB39-464FE4BAD852}" type="slidenum">
              <a:rPr lang="en-RU" smtClean="0"/>
              <a:pPr/>
              <a:t>3</a:t>
            </a:fld>
            <a:endParaRPr lang="en-RU" dirty="0"/>
          </a:p>
        </p:txBody>
      </p:sp>
      <p:pic>
        <p:nvPicPr>
          <p:cNvPr id="8" name="Content Placeholder 7" descr="A cartoon character holding a calendar">
            <a:extLst>
              <a:ext uri="{FF2B5EF4-FFF2-40B4-BE49-F238E27FC236}">
                <a16:creationId xmlns:a16="http://schemas.microsoft.com/office/drawing/2014/main" id="{86B3A384-72BB-B3EB-7692-DF4A6A6CDD38}"/>
              </a:ext>
            </a:extLst>
          </p:cNvPr>
          <p:cNvPicPr>
            <a:picLocks noGrp="1" noChangeAspect="1"/>
          </p:cNvPicPr>
          <p:nvPr>
            <p:ph sz="quarter" idx="10"/>
          </p:nvPr>
        </p:nvPicPr>
        <p:blipFill>
          <a:blip r:embed="rId3"/>
          <a:stretch>
            <a:fillRect/>
          </a:stretch>
        </p:blipFill>
        <p:spPr>
          <a:xfrm>
            <a:off x="1439863" y="3294592"/>
            <a:ext cx="7494587" cy="4996391"/>
          </a:xfrm>
        </p:spPr>
      </p:pic>
      <p:sp>
        <p:nvSpPr>
          <p:cNvPr id="2" name="TextBox 1">
            <a:extLst>
              <a:ext uri="{FF2B5EF4-FFF2-40B4-BE49-F238E27FC236}">
                <a16:creationId xmlns:a16="http://schemas.microsoft.com/office/drawing/2014/main" id="{3735F073-F84A-AA7D-5F09-62DEA7BAC803}"/>
              </a:ext>
            </a:extLst>
          </p:cNvPr>
          <p:cNvSpPr txBox="1"/>
          <p:nvPr/>
        </p:nvSpPr>
        <p:spPr>
          <a:xfrm>
            <a:off x="9989527" y="3294591"/>
            <a:ext cx="6117981" cy="4996391"/>
          </a:xfrm>
          <a:prstGeom prst="rect">
            <a:avLst/>
          </a:prstGeom>
          <a:noFill/>
        </p:spPr>
        <p:txBody>
          <a:bodyPr wrap="square" lIns="0" tIns="0" rIns="0" bIns="0" rtlCol="0" anchor="ctr">
            <a:noAutofit/>
          </a:bodyPr>
          <a:lstStyle/>
          <a:p>
            <a:pPr marL="457200" indent="-457200" algn="l">
              <a:buFont typeface="Arial" panose="020B0604020202020204" pitchFamily="34" charset="0"/>
              <a:buChar char="•"/>
            </a:pPr>
            <a:r>
              <a:rPr lang="en-US" sz="4800" dirty="0"/>
              <a:t>AI Scheduling Assistant</a:t>
            </a:r>
          </a:p>
          <a:p>
            <a:pPr marL="457200" indent="-457200" algn="l">
              <a:buFont typeface="Arial" panose="020B0604020202020204" pitchFamily="34" charset="0"/>
              <a:buChar char="•"/>
            </a:pPr>
            <a:r>
              <a:rPr lang="en-US" sz="4800" dirty="0"/>
              <a:t>Event Management</a:t>
            </a:r>
          </a:p>
          <a:p>
            <a:pPr marL="457200" indent="-457200" algn="l">
              <a:buFont typeface="Arial" panose="020B0604020202020204" pitchFamily="34" charset="0"/>
              <a:buChar char="•"/>
            </a:pPr>
            <a:r>
              <a:rPr lang="en-US" sz="4800" dirty="0"/>
              <a:t>Cloud Sync</a:t>
            </a:r>
          </a:p>
          <a:p>
            <a:pPr marL="457200" indent="-457200">
              <a:buFont typeface="Arial" panose="020B0604020202020204" pitchFamily="34" charset="0"/>
              <a:buChar char="•"/>
            </a:pPr>
            <a:r>
              <a:rPr lang="en-US" sz="4800" dirty="0"/>
              <a:t>Multi-Platform Support</a:t>
            </a:r>
          </a:p>
        </p:txBody>
      </p:sp>
    </p:spTree>
    <p:extLst>
      <p:ext uri="{BB962C8B-B14F-4D97-AF65-F5344CB8AC3E}">
        <p14:creationId xmlns:p14="http://schemas.microsoft.com/office/powerpoint/2010/main" val="17911826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2E193-6E56-FD9F-374C-FBA5C0CA3905}"/>
              </a:ext>
            </a:extLst>
          </p:cNvPr>
          <p:cNvSpPr>
            <a:spLocks noGrp="1"/>
          </p:cNvSpPr>
          <p:nvPr>
            <p:ph type="title"/>
          </p:nvPr>
        </p:nvSpPr>
        <p:spPr/>
        <p:txBody>
          <a:bodyPr/>
          <a:lstStyle/>
          <a:p>
            <a:r>
              <a:rPr lang="en-US" dirty="0"/>
              <a:t>.NET 10</a:t>
            </a:r>
          </a:p>
        </p:txBody>
      </p:sp>
      <p:sp>
        <p:nvSpPr>
          <p:cNvPr id="3" name="Slide Number Placeholder 2">
            <a:extLst>
              <a:ext uri="{FF2B5EF4-FFF2-40B4-BE49-F238E27FC236}">
                <a16:creationId xmlns:a16="http://schemas.microsoft.com/office/drawing/2014/main" id="{7C2966CA-890C-D800-DACF-D641225F08A3}"/>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4</a:t>
            </a:fld>
            <a:endParaRPr lang="en-RU" dirty="0"/>
          </a:p>
        </p:txBody>
      </p:sp>
      <p:sp>
        <p:nvSpPr>
          <p:cNvPr id="4" name="Content Placeholder 3">
            <a:extLst>
              <a:ext uri="{FF2B5EF4-FFF2-40B4-BE49-F238E27FC236}">
                <a16:creationId xmlns:a16="http://schemas.microsoft.com/office/drawing/2014/main" id="{C375276F-49C7-A0EE-56C5-492113B01F10}"/>
              </a:ext>
            </a:extLst>
          </p:cNvPr>
          <p:cNvSpPr>
            <a:spLocks noGrp="1"/>
          </p:cNvSpPr>
          <p:nvPr>
            <p:ph sz="quarter" idx="10"/>
          </p:nvPr>
        </p:nvSpPr>
        <p:spPr/>
        <p:txBody>
          <a:bodyPr/>
          <a:lstStyle/>
          <a:p>
            <a:pPr marL="342900" indent="-342900">
              <a:buFont typeface="Arial" panose="020B0604020202020204" pitchFamily="34" charset="0"/>
              <a:buChar char="•"/>
            </a:pPr>
            <a:r>
              <a:rPr lang="en-US" dirty="0"/>
              <a:t>File base app</a:t>
            </a:r>
          </a:p>
          <a:p>
            <a:pPr marL="342900" indent="-342900">
              <a:buFont typeface="Arial" panose="020B0604020202020204" pitchFamily="34" charset="0"/>
              <a:buChar char="•"/>
            </a:pPr>
            <a:r>
              <a:rPr lang="en-US" dirty="0">
                <a:hlinkClick r:id="rId2"/>
              </a:rPr>
              <a:t>https://devblogs.microsoft.com/dotnet/announcing-dotnet-10/</a:t>
            </a:r>
            <a:endParaRPr lang="kk-KZ" dirty="0"/>
          </a:p>
          <a:p>
            <a:endParaRPr lang="en-US" dirty="0"/>
          </a:p>
        </p:txBody>
      </p:sp>
    </p:spTree>
    <p:extLst>
      <p:ext uri="{BB962C8B-B14F-4D97-AF65-F5344CB8AC3E}">
        <p14:creationId xmlns:p14="http://schemas.microsoft.com/office/powerpoint/2010/main" val="29308048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7503B7-2C63-94DA-9E56-582485436D4B}"/>
              </a:ext>
            </a:extLst>
          </p:cNvPr>
          <p:cNvSpPr>
            <a:spLocks noGrp="1"/>
          </p:cNvSpPr>
          <p:nvPr>
            <p:ph type="title"/>
          </p:nvPr>
        </p:nvSpPr>
        <p:spPr/>
        <p:txBody>
          <a:bodyPr/>
          <a:lstStyle/>
          <a:p>
            <a:r>
              <a:rPr lang="en-US" dirty="0"/>
              <a:t>.NET 10 – file base app</a:t>
            </a:r>
          </a:p>
        </p:txBody>
      </p:sp>
      <p:sp>
        <p:nvSpPr>
          <p:cNvPr id="3" name="Slide Number Placeholder 2">
            <a:extLst>
              <a:ext uri="{FF2B5EF4-FFF2-40B4-BE49-F238E27FC236}">
                <a16:creationId xmlns:a16="http://schemas.microsoft.com/office/drawing/2014/main" id="{B58008F1-3D73-8328-6414-E4FD1E7CF04D}"/>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5</a:t>
            </a:fld>
            <a:endParaRPr lang="en-RU" dirty="0"/>
          </a:p>
        </p:txBody>
      </p:sp>
      <p:graphicFrame>
        <p:nvGraphicFramePr>
          <p:cNvPr id="5" name="Table 4">
            <a:extLst>
              <a:ext uri="{FF2B5EF4-FFF2-40B4-BE49-F238E27FC236}">
                <a16:creationId xmlns:a16="http://schemas.microsoft.com/office/drawing/2014/main" id="{DE8DF71F-8273-37E2-7741-DDF11BEE0BB8}"/>
              </a:ext>
            </a:extLst>
          </p:cNvPr>
          <p:cNvGraphicFramePr>
            <a:graphicFrameLocks noGrp="1"/>
          </p:cNvGraphicFramePr>
          <p:nvPr>
            <p:extLst>
              <p:ext uri="{D42A27DB-BD31-4B8C-83A1-F6EECF244321}">
                <p14:modId xmlns:p14="http://schemas.microsoft.com/office/powerpoint/2010/main" val="3927861389"/>
              </p:ext>
            </p:extLst>
          </p:nvPr>
        </p:nvGraphicFramePr>
        <p:xfrm>
          <a:off x="1440000" y="2566194"/>
          <a:ext cx="15408136" cy="3830489"/>
        </p:xfrm>
        <a:graphic>
          <a:graphicData uri="http://schemas.openxmlformats.org/drawingml/2006/table">
            <a:tbl>
              <a:tblPr firstRow="1" bandRow="1">
                <a:tableStyleId>{C4B1156A-380E-4F78-BDF5-A606A8083BF9}</a:tableStyleId>
              </a:tblPr>
              <a:tblGrid>
                <a:gridCol w="7704068">
                  <a:extLst>
                    <a:ext uri="{9D8B030D-6E8A-4147-A177-3AD203B41FA5}">
                      <a16:colId xmlns:a16="http://schemas.microsoft.com/office/drawing/2014/main" val="2170219910"/>
                    </a:ext>
                  </a:extLst>
                </a:gridCol>
                <a:gridCol w="7704068">
                  <a:extLst>
                    <a:ext uri="{9D8B030D-6E8A-4147-A177-3AD203B41FA5}">
                      <a16:colId xmlns:a16="http://schemas.microsoft.com/office/drawing/2014/main" val="1562820957"/>
                    </a:ext>
                  </a:extLst>
                </a:gridCol>
              </a:tblGrid>
              <a:tr h="3830489">
                <a:tc>
                  <a:txBody>
                    <a:bodyPr/>
                    <a:lstStyle/>
                    <a:p>
                      <a:r>
                        <a:rPr lang="en-US" dirty="0"/>
                        <a:t>#:package </a:t>
                      </a:r>
                      <a:r>
                        <a:rPr lang="en-US" dirty="0">
                          <a:hlinkClick r:id="rId2"/>
                        </a:rPr>
                        <a:t>Colorful.Console@1.2.15</a:t>
                      </a:r>
                      <a:endParaRPr lang="en-US" dirty="0"/>
                    </a:p>
                    <a:p>
                      <a:r>
                        <a:rPr lang="en-US" dirty="0" err="1"/>
                        <a:t>Colorful.Console.WriteAscii</a:t>
                      </a:r>
                      <a:r>
                        <a:rPr lang="en-US" dirty="0"/>
                        <a:t>(</a:t>
                      </a:r>
                      <a:r>
                        <a:rPr lang="en-US" dirty="0" err="1"/>
                        <a:t>args</a:t>
                      </a:r>
                      <a:r>
                        <a:rPr lang="en-US" dirty="0"/>
                        <a:t>[0]);</a:t>
                      </a:r>
                    </a:p>
                    <a:p>
                      <a:endParaRPr lang="en-US" dirty="0"/>
                    </a:p>
                    <a:p>
                      <a:r>
                        <a:rPr lang="en-US" dirty="0"/>
                        <a:t>dotnet run </a:t>
                      </a:r>
                      <a:r>
                        <a:rPr lang="en-US" dirty="0" err="1"/>
                        <a:t>app.cs</a:t>
                      </a:r>
                      <a:endParaRPr lang="en-US" dirty="0"/>
                    </a:p>
                  </a:txBody>
                  <a:tcPr anchor="ctr"/>
                </a:tc>
                <a:tc>
                  <a:txBody>
                    <a:bodyPr/>
                    <a:lstStyle/>
                    <a:p>
                      <a:r>
                        <a:rPr lang="en-US" dirty="0"/>
                        <a:t>#:sdk </a:t>
                      </a:r>
                      <a:r>
                        <a:rPr lang="en-US" dirty="0" err="1"/>
                        <a:t>Microsoft.NET.Sdk.Web</a:t>
                      </a:r>
                      <a:r>
                        <a:rPr lang="en-US" dirty="0"/>
                        <a:t> </a:t>
                      </a:r>
                    </a:p>
                    <a:p>
                      <a:r>
                        <a:rPr lang="en-US" dirty="0"/>
                        <a:t>#:sdk Aspire.AppHost.Sdk@9.4.1</a:t>
                      </a:r>
                    </a:p>
                    <a:p>
                      <a:r>
                        <a:rPr lang="en-US" dirty="0"/>
                        <a:t>#:property </a:t>
                      </a:r>
                      <a:r>
                        <a:rPr lang="en-US" dirty="0" err="1"/>
                        <a:t>TargetFramework</a:t>
                      </a:r>
                      <a:r>
                        <a:rPr lang="en-US" dirty="0"/>
                        <a:t>=net10.0</a:t>
                      </a:r>
                    </a:p>
                    <a:p>
                      <a:r>
                        <a:rPr lang="en-US" dirty="0"/>
                        <a:t>#:property </a:t>
                      </a:r>
                      <a:r>
                        <a:rPr lang="en-US" dirty="0" err="1"/>
                        <a:t>LangVersion</a:t>
                      </a:r>
                      <a:r>
                        <a:rPr lang="en-US" dirty="0"/>
                        <a:t>=preview</a:t>
                      </a:r>
                    </a:p>
                    <a:p>
                      <a:endParaRPr lang="en-US" dirty="0"/>
                    </a:p>
                    <a:p>
                      <a:r>
                        <a:rPr lang="en-US" dirty="0"/>
                        <a:t>#:package Aspire.Hosting.AppHost@9.4.1</a:t>
                      </a:r>
                    </a:p>
                    <a:p>
                      <a:r>
                        <a:rPr lang="en-US" dirty="0"/>
                        <a:t>#:package Colorful.Console@1.2.15</a:t>
                      </a:r>
                    </a:p>
                    <a:p>
                      <a:endParaRPr lang="en-US" dirty="0"/>
                    </a:p>
                    <a:p>
                      <a:r>
                        <a:rPr lang="en-US" dirty="0" err="1"/>
                        <a:t>Colorful.Console.WriteAscii</a:t>
                      </a:r>
                      <a:r>
                        <a:rPr lang="en-US" dirty="0"/>
                        <a:t>(</a:t>
                      </a:r>
                      <a:r>
                        <a:rPr lang="en-US" dirty="0" err="1"/>
                        <a:t>args</a:t>
                      </a:r>
                      <a:r>
                        <a:rPr lang="en-US" dirty="0"/>
                        <a:t>[0]);</a:t>
                      </a:r>
                    </a:p>
                  </a:txBody>
                  <a:tcPr anchor="ctr"/>
                </a:tc>
                <a:extLst>
                  <a:ext uri="{0D108BD9-81ED-4DB2-BD59-A6C34878D82A}">
                    <a16:rowId xmlns:a16="http://schemas.microsoft.com/office/drawing/2014/main" val="3661230587"/>
                  </a:ext>
                </a:extLst>
              </a:tr>
            </a:tbl>
          </a:graphicData>
        </a:graphic>
      </p:graphicFrame>
      <p:pic>
        <p:nvPicPr>
          <p:cNvPr id="7" name="Picture 6">
            <a:extLst>
              <a:ext uri="{FF2B5EF4-FFF2-40B4-BE49-F238E27FC236}">
                <a16:creationId xmlns:a16="http://schemas.microsoft.com/office/drawing/2014/main" id="{D714B190-5730-93B6-3E5D-9BD135676D14}"/>
              </a:ext>
            </a:extLst>
          </p:cNvPr>
          <p:cNvPicPr>
            <a:picLocks noChangeAspect="1"/>
          </p:cNvPicPr>
          <p:nvPr/>
        </p:nvPicPr>
        <p:blipFill>
          <a:blip r:embed="rId3"/>
          <a:srcRect l="1476"/>
          <a:stretch>
            <a:fillRect/>
          </a:stretch>
        </p:blipFill>
        <p:spPr>
          <a:xfrm>
            <a:off x="5187950" y="6986438"/>
            <a:ext cx="7912099" cy="1371791"/>
          </a:xfrm>
          <a:prstGeom prst="rect">
            <a:avLst/>
          </a:prstGeom>
        </p:spPr>
      </p:pic>
    </p:spTree>
    <p:extLst>
      <p:ext uri="{BB962C8B-B14F-4D97-AF65-F5344CB8AC3E}">
        <p14:creationId xmlns:p14="http://schemas.microsoft.com/office/powerpoint/2010/main" val="2077562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5C64E6-A3DF-B0A9-27ED-59E00BB80817}"/>
              </a:ext>
            </a:extLst>
          </p:cNvPr>
          <p:cNvSpPr>
            <a:spLocks noGrp="1"/>
          </p:cNvSpPr>
          <p:nvPr>
            <p:ph type="title"/>
          </p:nvPr>
        </p:nvSpPr>
        <p:spPr/>
        <p:txBody>
          <a:bodyPr/>
          <a:lstStyle/>
          <a:p>
            <a:r>
              <a:rPr lang="en-US" dirty="0"/>
              <a:t>C# 14</a:t>
            </a:r>
          </a:p>
        </p:txBody>
      </p:sp>
      <p:sp>
        <p:nvSpPr>
          <p:cNvPr id="3" name="Slide Number Placeholder 2">
            <a:extLst>
              <a:ext uri="{FF2B5EF4-FFF2-40B4-BE49-F238E27FC236}">
                <a16:creationId xmlns:a16="http://schemas.microsoft.com/office/drawing/2014/main" id="{ADF4D2B3-4D9D-893C-C964-DA4E46080F37}"/>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6</a:t>
            </a:fld>
            <a:endParaRPr lang="en-RU" dirty="0"/>
          </a:p>
        </p:txBody>
      </p:sp>
      <p:sp>
        <p:nvSpPr>
          <p:cNvPr id="4" name="Content Placeholder 3">
            <a:extLst>
              <a:ext uri="{FF2B5EF4-FFF2-40B4-BE49-F238E27FC236}">
                <a16:creationId xmlns:a16="http://schemas.microsoft.com/office/drawing/2014/main" id="{6FFD9804-D1C1-44BD-BB33-5A2865230134}"/>
              </a:ext>
            </a:extLst>
          </p:cNvPr>
          <p:cNvSpPr>
            <a:spLocks noGrp="1"/>
          </p:cNvSpPr>
          <p:nvPr>
            <p:ph sz="quarter" idx="10"/>
          </p:nvPr>
        </p:nvSpPr>
        <p:spPr/>
        <p:txBody>
          <a:bodyPr/>
          <a:lstStyle/>
          <a:p>
            <a:pPr marL="342900" indent="-342900">
              <a:buFont typeface="Arial" panose="020B0604020202020204" pitchFamily="34" charset="0"/>
              <a:buChar char="•"/>
            </a:pPr>
            <a:r>
              <a:rPr lang="en-US" sz="2560" dirty="0">
                <a:latin typeface="+mn-lt"/>
                <a:ea typeface="+mn-ea"/>
              </a:rPr>
              <a:t>Extension members</a:t>
            </a:r>
          </a:p>
          <a:p>
            <a:pPr marL="342900" indent="-342900">
              <a:buFont typeface="Arial" panose="020B0604020202020204" pitchFamily="34" charset="0"/>
              <a:buChar char="•"/>
            </a:pPr>
            <a:r>
              <a:rPr lang="en-US" sz="2560" dirty="0">
                <a:latin typeface="+mn-lt"/>
                <a:ea typeface="+mn-ea"/>
              </a:rPr>
              <a:t>Null-conditional assignment</a:t>
            </a:r>
          </a:p>
          <a:p>
            <a:pPr marL="342900" indent="-342900">
              <a:buFont typeface="Arial" panose="020B0604020202020204" pitchFamily="34" charset="0"/>
              <a:buChar char="•"/>
            </a:pPr>
            <a:r>
              <a:rPr lang="en-US" sz="2560" dirty="0" err="1">
                <a:latin typeface="+mn-lt"/>
                <a:ea typeface="+mn-ea"/>
              </a:rPr>
              <a:t>nameof</a:t>
            </a:r>
            <a:r>
              <a:rPr lang="en-US" sz="2560" dirty="0">
                <a:latin typeface="+mn-lt"/>
                <a:ea typeface="+mn-ea"/>
              </a:rPr>
              <a:t> supports unbound generic types</a:t>
            </a:r>
          </a:p>
          <a:p>
            <a:pPr marL="342900" indent="-342900">
              <a:buFont typeface="Arial" panose="020B0604020202020204" pitchFamily="34" charset="0"/>
              <a:buChar char="•"/>
            </a:pPr>
            <a:r>
              <a:rPr lang="en-US" sz="2560" dirty="0">
                <a:latin typeface="+mn-lt"/>
                <a:ea typeface="+mn-ea"/>
              </a:rPr>
              <a:t>More implicit conversions for Span&lt;T&gt; and </a:t>
            </a:r>
            <a:r>
              <a:rPr lang="en-US" sz="2560" dirty="0" err="1">
                <a:latin typeface="+mn-lt"/>
                <a:ea typeface="+mn-ea"/>
              </a:rPr>
              <a:t>ReadOnlySpan</a:t>
            </a:r>
            <a:r>
              <a:rPr lang="en-US" sz="2560" dirty="0">
                <a:latin typeface="+mn-lt"/>
                <a:ea typeface="+mn-ea"/>
              </a:rPr>
              <a:t>&lt;T&gt;</a:t>
            </a:r>
          </a:p>
          <a:p>
            <a:pPr marL="342900" indent="-342900">
              <a:buFont typeface="Arial" panose="020B0604020202020204" pitchFamily="34" charset="0"/>
              <a:buChar char="•"/>
            </a:pPr>
            <a:r>
              <a:rPr lang="en-US" sz="2560" dirty="0">
                <a:latin typeface="+mn-lt"/>
                <a:ea typeface="+mn-ea"/>
              </a:rPr>
              <a:t>Modifiers on simple lambda parameters</a:t>
            </a:r>
          </a:p>
          <a:p>
            <a:pPr marL="342900" indent="-342900">
              <a:buFont typeface="Arial" panose="020B0604020202020204" pitchFamily="34" charset="0"/>
              <a:buChar char="•"/>
            </a:pPr>
            <a:r>
              <a:rPr lang="en-US" sz="2560" dirty="0">
                <a:latin typeface="+mn-lt"/>
                <a:ea typeface="+mn-ea"/>
              </a:rPr>
              <a:t>field backed properties</a:t>
            </a:r>
          </a:p>
          <a:p>
            <a:pPr marL="342900" indent="-342900">
              <a:buFont typeface="Arial" panose="020B0604020202020204" pitchFamily="34" charset="0"/>
              <a:buChar char="•"/>
            </a:pPr>
            <a:r>
              <a:rPr lang="en-US" sz="2560" dirty="0">
                <a:latin typeface="+mn-lt"/>
                <a:ea typeface="+mn-ea"/>
              </a:rPr>
              <a:t>partial events and constructors</a:t>
            </a:r>
          </a:p>
          <a:p>
            <a:pPr marL="342900" indent="-342900">
              <a:buFont typeface="Arial" panose="020B0604020202020204" pitchFamily="34" charset="0"/>
              <a:buChar char="•"/>
            </a:pPr>
            <a:r>
              <a:rPr lang="en-US" sz="2560" dirty="0">
                <a:latin typeface="+mn-lt"/>
                <a:ea typeface="+mn-ea"/>
              </a:rPr>
              <a:t>user-defined compound assignment operators</a:t>
            </a:r>
          </a:p>
        </p:txBody>
      </p:sp>
    </p:spTree>
    <p:extLst>
      <p:ext uri="{BB962C8B-B14F-4D97-AF65-F5344CB8AC3E}">
        <p14:creationId xmlns:p14="http://schemas.microsoft.com/office/powerpoint/2010/main" val="15313286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87C641-C6A5-9D57-7350-428F2D50696C}"/>
              </a:ext>
            </a:extLst>
          </p:cNvPr>
          <p:cNvSpPr>
            <a:spLocks noGrp="1"/>
          </p:cNvSpPr>
          <p:nvPr>
            <p:ph type="title"/>
          </p:nvPr>
        </p:nvSpPr>
        <p:spPr/>
        <p:txBody>
          <a:bodyPr/>
          <a:lstStyle/>
          <a:p>
            <a:r>
              <a:rPr lang="en-US" dirty="0"/>
              <a:t>C# 14 – Extension members</a:t>
            </a:r>
          </a:p>
        </p:txBody>
      </p:sp>
      <p:sp>
        <p:nvSpPr>
          <p:cNvPr id="3" name="Slide Number Placeholder 2">
            <a:extLst>
              <a:ext uri="{FF2B5EF4-FFF2-40B4-BE49-F238E27FC236}">
                <a16:creationId xmlns:a16="http://schemas.microsoft.com/office/drawing/2014/main" id="{BAA1D6C0-3ED5-84A1-48DF-699A0A90CFFF}"/>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7</a:t>
            </a:fld>
            <a:endParaRPr lang="en-RU" dirty="0"/>
          </a:p>
        </p:txBody>
      </p:sp>
      <p:graphicFrame>
        <p:nvGraphicFramePr>
          <p:cNvPr id="5" name="Table 4">
            <a:extLst>
              <a:ext uri="{FF2B5EF4-FFF2-40B4-BE49-F238E27FC236}">
                <a16:creationId xmlns:a16="http://schemas.microsoft.com/office/drawing/2014/main" id="{9C24A0FF-0B5C-2206-4285-E4C9FFC36CF4}"/>
              </a:ext>
            </a:extLst>
          </p:cNvPr>
          <p:cNvGraphicFramePr>
            <a:graphicFrameLocks noGrp="1"/>
          </p:cNvGraphicFramePr>
          <p:nvPr>
            <p:extLst>
              <p:ext uri="{D42A27DB-BD31-4B8C-83A1-F6EECF244321}">
                <p14:modId xmlns:p14="http://schemas.microsoft.com/office/powerpoint/2010/main" val="1795190335"/>
              </p:ext>
            </p:extLst>
          </p:nvPr>
        </p:nvGraphicFramePr>
        <p:xfrm>
          <a:off x="1440000" y="2670731"/>
          <a:ext cx="15408137" cy="4947126"/>
        </p:xfrm>
        <a:graphic>
          <a:graphicData uri="http://schemas.openxmlformats.org/drawingml/2006/table">
            <a:tbl>
              <a:tblPr firstRow="1" bandRow="1">
                <a:tableStyleId>{C4B1156A-380E-4F78-BDF5-A606A8083BF9}</a:tableStyleId>
              </a:tblPr>
              <a:tblGrid>
                <a:gridCol w="15408137">
                  <a:extLst>
                    <a:ext uri="{9D8B030D-6E8A-4147-A177-3AD203B41FA5}">
                      <a16:colId xmlns:a16="http://schemas.microsoft.com/office/drawing/2014/main" val="2170219910"/>
                    </a:ext>
                  </a:extLst>
                </a:gridCol>
              </a:tblGrid>
              <a:tr h="4947126">
                <a:tc>
                  <a:txBody>
                    <a:bodyPr/>
                    <a:lstStyle/>
                    <a:p>
                      <a:r>
                        <a:rPr lang="en-US" sz="2560" kern="1200" dirty="0">
                          <a:solidFill>
                            <a:schemeClr val="dk1"/>
                          </a:solidFill>
                        </a:rPr>
                        <a:t>public static class Enumerable</a:t>
                      </a:r>
                    </a:p>
                    <a:p>
                      <a:r>
                        <a:rPr lang="en-US" sz="2560" kern="1200" dirty="0">
                          <a:solidFill>
                            <a:schemeClr val="dk1"/>
                          </a:solidFill>
                        </a:rPr>
                        <a:t>{</a:t>
                      </a:r>
                    </a:p>
                    <a:p>
                      <a:r>
                        <a:rPr lang="en-US" sz="2560" kern="1200" dirty="0">
                          <a:solidFill>
                            <a:schemeClr val="dk1"/>
                          </a:solidFill>
                        </a:rPr>
                        <a:t>    // Extension block</a:t>
                      </a:r>
                    </a:p>
                    <a:p>
                      <a:r>
                        <a:rPr lang="en-US" sz="2560" kern="1200" dirty="0">
                          <a:solidFill>
                            <a:schemeClr val="dk1"/>
                          </a:solidFill>
                        </a:rPr>
                        <a:t>    extension&lt;</a:t>
                      </a:r>
                      <a:r>
                        <a:rPr lang="en-US" sz="2560" kern="1200" dirty="0" err="1">
                          <a:solidFill>
                            <a:schemeClr val="dk1"/>
                          </a:solidFill>
                        </a:rPr>
                        <a:t>TSource</a:t>
                      </a:r>
                      <a:r>
                        <a:rPr lang="en-US" sz="2560" kern="1200" dirty="0">
                          <a:solidFill>
                            <a:schemeClr val="dk1"/>
                          </a:solidFill>
                        </a:rPr>
                        <a:t>&gt;(</a:t>
                      </a:r>
                      <a:r>
                        <a:rPr lang="en-US" sz="2560" kern="1200" dirty="0" err="1">
                          <a:solidFill>
                            <a:schemeClr val="dk1"/>
                          </a:solidFill>
                        </a:rPr>
                        <a:t>IEnumerable</a:t>
                      </a:r>
                      <a:r>
                        <a:rPr lang="en-US" sz="2560" kern="1200" dirty="0">
                          <a:solidFill>
                            <a:schemeClr val="dk1"/>
                          </a:solidFill>
                        </a:rPr>
                        <a:t>&lt;</a:t>
                      </a:r>
                      <a:r>
                        <a:rPr lang="en-US" sz="2560" kern="1200" dirty="0" err="1">
                          <a:solidFill>
                            <a:schemeClr val="dk1"/>
                          </a:solidFill>
                        </a:rPr>
                        <a:t>TSource</a:t>
                      </a:r>
                      <a:r>
                        <a:rPr lang="en-US" sz="2560" kern="1200" dirty="0">
                          <a:solidFill>
                            <a:schemeClr val="dk1"/>
                          </a:solidFill>
                        </a:rPr>
                        <a:t>&gt; source) // extension members for </a:t>
                      </a:r>
                      <a:r>
                        <a:rPr lang="en-US" sz="2560" kern="1200" dirty="0" err="1">
                          <a:solidFill>
                            <a:schemeClr val="dk1"/>
                          </a:solidFill>
                        </a:rPr>
                        <a:t>IEnumerable</a:t>
                      </a:r>
                      <a:r>
                        <a:rPr lang="en-US" sz="2560" kern="1200" dirty="0">
                          <a:solidFill>
                            <a:schemeClr val="dk1"/>
                          </a:solidFill>
                        </a:rPr>
                        <a:t>&lt;</a:t>
                      </a:r>
                      <a:r>
                        <a:rPr lang="en-US" sz="2560" kern="1200" dirty="0" err="1">
                          <a:solidFill>
                            <a:schemeClr val="dk1"/>
                          </a:solidFill>
                        </a:rPr>
                        <a:t>TSource</a:t>
                      </a:r>
                      <a:r>
                        <a:rPr lang="en-US" sz="2560" kern="1200" dirty="0">
                          <a:solidFill>
                            <a:schemeClr val="dk1"/>
                          </a:solidFill>
                        </a:rPr>
                        <a:t>&gt;</a:t>
                      </a:r>
                    </a:p>
                    <a:p>
                      <a:r>
                        <a:rPr lang="en-US" sz="2560" kern="1200" dirty="0">
                          <a:solidFill>
                            <a:schemeClr val="dk1"/>
                          </a:solidFill>
                        </a:rPr>
                        <a:t>    {</a:t>
                      </a:r>
                    </a:p>
                    <a:p>
                      <a:r>
                        <a:rPr lang="en-US" sz="2560" kern="1200" dirty="0">
                          <a:solidFill>
                            <a:schemeClr val="dk1"/>
                          </a:solidFill>
                        </a:rPr>
                        <a:t>        // Extension property:</a:t>
                      </a:r>
                    </a:p>
                    <a:p>
                      <a:r>
                        <a:rPr lang="en-US" sz="2560" kern="1200" dirty="0">
                          <a:solidFill>
                            <a:schemeClr val="dk1"/>
                          </a:solidFill>
                        </a:rPr>
                        <a:t>        public bool </a:t>
                      </a:r>
                      <a:r>
                        <a:rPr lang="en-US" sz="2560" kern="1200" dirty="0" err="1">
                          <a:solidFill>
                            <a:schemeClr val="dk1"/>
                          </a:solidFill>
                        </a:rPr>
                        <a:t>IsEmpty</a:t>
                      </a:r>
                      <a:r>
                        <a:rPr lang="en-US" sz="2560" kern="1200" dirty="0">
                          <a:solidFill>
                            <a:schemeClr val="dk1"/>
                          </a:solidFill>
                        </a:rPr>
                        <a:t> =&gt; !</a:t>
                      </a:r>
                      <a:r>
                        <a:rPr lang="en-US" sz="2560" kern="1200" dirty="0" err="1">
                          <a:solidFill>
                            <a:schemeClr val="dk1"/>
                          </a:solidFill>
                        </a:rPr>
                        <a:t>source.Any</a:t>
                      </a:r>
                      <a:r>
                        <a:rPr lang="en-US" sz="2560" kern="1200" dirty="0">
                          <a:solidFill>
                            <a:schemeClr val="dk1"/>
                          </a:solidFill>
                        </a:rPr>
                        <a:t>();</a:t>
                      </a:r>
                    </a:p>
                    <a:p>
                      <a:endParaRPr lang="en-US" sz="2560" kern="1200" dirty="0">
                        <a:solidFill>
                          <a:schemeClr val="dk1"/>
                        </a:solidFill>
                      </a:endParaRPr>
                    </a:p>
                    <a:p>
                      <a:r>
                        <a:rPr lang="en-US" sz="2560" kern="1200" dirty="0">
                          <a:solidFill>
                            <a:schemeClr val="dk1"/>
                          </a:solidFill>
                        </a:rPr>
                        <a:t>        // Extension method:</a:t>
                      </a:r>
                    </a:p>
                    <a:p>
                      <a:r>
                        <a:rPr lang="en-US" sz="2560" kern="1200" dirty="0">
                          <a:solidFill>
                            <a:schemeClr val="dk1"/>
                          </a:solidFill>
                        </a:rPr>
                        <a:t>        public </a:t>
                      </a:r>
                      <a:r>
                        <a:rPr lang="en-US" sz="2560" kern="1200" dirty="0" err="1">
                          <a:solidFill>
                            <a:schemeClr val="dk1"/>
                          </a:solidFill>
                        </a:rPr>
                        <a:t>IEnumerable</a:t>
                      </a:r>
                      <a:r>
                        <a:rPr lang="en-US" sz="2560" kern="1200" dirty="0">
                          <a:solidFill>
                            <a:schemeClr val="dk1"/>
                          </a:solidFill>
                        </a:rPr>
                        <a:t>&lt;</a:t>
                      </a:r>
                      <a:r>
                        <a:rPr lang="en-US" sz="2560" kern="1200" dirty="0" err="1">
                          <a:solidFill>
                            <a:schemeClr val="dk1"/>
                          </a:solidFill>
                        </a:rPr>
                        <a:t>TSource</a:t>
                      </a:r>
                      <a:r>
                        <a:rPr lang="en-US" sz="2560" kern="1200" dirty="0">
                          <a:solidFill>
                            <a:schemeClr val="dk1"/>
                          </a:solidFill>
                        </a:rPr>
                        <a:t>&gt; Where(</a:t>
                      </a:r>
                      <a:r>
                        <a:rPr lang="en-US" sz="2560" kern="1200" dirty="0" err="1">
                          <a:solidFill>
                            <a:schemeClr val="dk1"/>
                          </a:solidFill>
                        </a:rPr>
                        <a:t>Func</a:t>
                      </a:r>
                      <a:r>
                        <a:rPr lang="en-US" sz="2560" kern="1200" dirty="0">
                          <a:solidFill>
                            <a:schemeClr val="dk1"/>
                          </a:solidFill>
                        </a:rPr>
                        <a:t>&lt;</a:t>
                      </a:r>
                      <a:r>
                        <a:rPr lang="en-US" sz="2560" kern="1200" dirty="0" err="1">
                          <a:solidFill>
                            <a:schemeClr val="dk1"/>
                          </a:solidFill>
                        </a:rPr>
                        <a:t>TSource</a:t>
                      </a:r>
                      <a:r>
                        <a:rPr lang="en-US" sz="2560" kern="1200" dirty="0">
                          <a:solidFill>
                            <a:schemeClr val="dk1"/>
                          </a:solidFill>
                        </a:rPr>
                        <a:t>, bool&gt; predicate) { ... }</a:t>
                      </a:r>
                    </a:p>
                    <a:p>
                      <a:r>
                        <a:rPr lang="en-US" sz="2560" kern="1200" dirty="0">
                          <a:solidFill>
                            <a:schemeClr val="dk1"/>
                          </a:solidFill>
                        </a:rPr>
                        <a:t>    }</a:t>
                      </a:r>
                    </a:p>
                    <a:p>
                      <a:r>
                        <a:rPr lang="en-US" sz="2560" kern="1200" dirty="0">
                          <a:solidFill>
                            <a:schemeClr val="dk1"/>
                          </a:solidFill>
                        </a:rPr>
                        <a:t>}</a:t>
                      </a:r>
                      <a:endParaRPr lang="en-US" sz="2560" kern="1200" dirty="0">
                        <a:solidFill>
                          <a:schemeClr val="dk1"/>
                        </a:solidFill>
                        <a:latin typeface="+mn-lt"/>
                        <a:ea typeface="+mn-ea"/>
                        <a:cs typeface="+mn-cs"/>
                      </a:endParaRPr>
                    </a:p>
                  </a:txBody>
                  <a:tcPr anchor="ctr"/>
                </a:tc>
                <a:extLst>
                  <a:ext uri="{0D108BD9-81ED-4DB2-BD59-A6C34878D82A}">
                    <a16:rowId xmlns:a16="http://schemas.microsoft.com/office/drawing/2014/main" val="770094404"/>
                  </a:ext>
                </a:extLst>
              </a:tr>
            </a:tbl>
          </a:graphicData>
        </a:graphic>
      </p:graphicFrame>
    </p:spTree>
    <p:extLst>
      <p:ext uri="{BB962C8B-B14F-4D97-AF65-F5344CB8AC3E}">
        <p14:creationId xmlns:p14="http://schemas.microsoft.com/office/powerpoint/2010/main" val="40443169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87C641-C6A5-9D57-7350-428F2D50696C}"/>
              </a:ext>
            </a:extLst>
          </p:cNvPr>
          <p:cNvSpPr>
            <a:spLocks noGrp="1"/>
          </p:cNvSpPr>
          <p:nvPr>
            <p:ph type="title"/>
          </p:nvPr>
        </p:nvSpPr>
        <p:spPr/>
        <p:txBody>
          <a:bodyPr/>
          <a:lstStyle/>
          <a:p>
            <a:r>
              <a:rPr lang="en-US" dirty="0"/>
              <a:t>C# 14 – Extension members</a:t>
            </a:r>
          </a:p>
        </p:txBody>
      </p:sp>
      <p:sp>
        <p:nvSpPr>
          <p:cNvPr id="3" name="Slide Number Placeholder 2">
            <a:extLst>
              <a:ext uri="{FF2B5EF4-FFF2-40B4-BE49-F238E27FC236}">
                <a16:creationId xmlns:a16="http://schemas.microsoft.com/office/drawing/2014/main" id="{BAA1D6C0-3ED5-84A1-48DF-699A0A90CFFF}"/>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8</a:t>
            </a:fld>
            <a:endParaRPr lang="en-RU" dirty="0"/>
          </a:p>
        </p:txBody>
      </p:sp>
      <p:graphicFrame>
        <p:nvGraphicFramePr>
          <p:cNvPr id="5" name="Table 4">
            <a:extLst>
              <a:ext uri="{FF2B5EF4-FFF2-40B4-BE49-F238E27FC236}">
                <a16:creationId xmlns:a16="http://schemas.microsoft.com/office/drawing/2014/main" id="{9C24A0FF-0B5C-2206-4285-E4C9FFC36CF4}"/>
              </a:ext>
            </a:extLst>
          </p:cNvPr>
          <p:cNvGraphicFramePr>
            <a:graphicFrameLocks noGrp="1"/>
          </p:cNvGraphicFramePr>
          <p:nvPr>
            <p:extLst>
              <p:ext uri="{D42A27DB-BD31-4B8C-83A1-F6EECF244321}">
                <p14:modId xmlns:p14="http://schemas.microsoft.com/office/powerpoint/2010/main" val="3316136577"/>
              </p:ext>
            </p:extLst>
          </p:nvPr>
        </p:nvGraphicFramePr>
        <p:xfrm>
          <a:off x="0" y="2172494"/>
          <a:ext cx="18288000" cy="5943600"/>
        </p:xfrm>
        <a:graphic>
          <a:graphicData uri="http://schemas.openxmlformats.org/drawingml/2006/table">
            <a:tbl>
              <a:tblPr firstRow="1" bandRow="1">
                <a:tableStyleId>{C4B1156A-380E-4F78-BDF5-A606A8083BF9}</a:tableStyleId>
              </a:tblPr>
              <a:tblGrid>
                <a:gridCol w="18288000">
                  <a:extLst>
                    <a:ext uri="{9D8B030D-6E8A-4147-A177-3AD203B41FA5}">
                      <a16:colId xmlns:a16="http://schemas.microsoft.com/office/drawing/2014/main" val="2170219910"/>
                    </a:ext>
                  </a:extLst>
                </a:gridCol>
              </a:tblGrid>
              <a:tr h="4947126">
                <a:tc>
                  <a:txBody>
                    <a:bodyPr/>
                    <a:lstStyle/>
                    <a:p>
                      <a:r>
                        <a:rPr lang="en-US" sz="2560" kern="1200" dirty="0">
                          <a:solidFill>
                            <a:schemeClr val="dk1"/>
                          </a:solidFill>
                        </a:rPr>
                        <a:t>public static class Enumerable</a:t>
                      </a:r>
                    </a:p>
                    <a:p>
                      <a:r>
                        <a:rPr lang="en-US" sz="2560" kern="1200" dirty="0">
                          <a:solidFill>
                            <a:schemeClr val="dk1"/>
                          </a:solidFill>
                        </a:rPr>
                        <a:t>{</a:t>
                      </a:r>
                    </a:p>
                    <a:p>
                      <a:r>
                        <a:rPr lang="en-US" sz="2560" kern="1200" dirty="0">
                          <a:solidFill>
                            <a:schemeClr val="dk1"/>
                          </a:solidFill>
                        </a:rPr>
                        <a:t>    // extension block, with a receiver type only</a:t>
                      </a:r>
                    </a:p>
                    <a:p>
                      <a:r>
                        <a:rPr lang="en-US" sz="2560" kern="1200" dirty="0">
                          <a:solidFill>
                            <a:schemeClr val="dk1"/>
                          </a:solidFill>
                        </a:rPr>
                        <a:t>    extension&lt;</a:t>
                      </a:r>
                      <a:r>
                        <a:rPr lang="en-US" sz="2560" kern="1200" dirty="0" err="1">
                          <a:solidFill>
                            <a:schemeClr val="dk1"/>
                          </a:solidFill>
                        </a:rPr>
                        <a:t>TSource</a:t>
                      </a:r>
                      <a:r>
                        <a:rPr lang="en-US" sz="2560" kern="1200" dirty="0">
                          <a:solidFill>
                            <a:schemeClr val="dk1"/>
                          </a:solidFill>
                        </a:rPr>
                        <a:t>&gt;(</a:t>
                      </a:r>
                      <a:r>
                        <a:rPr lang="en-US" sz="2560" kern="1200" dirty="0" err="1">
                          <a:solidFill>
                            <a:schemeClr val="dk1"/>
                          </a:solidFill>
                        </a:rPr>
                        <a:t>IEnumerable</a:t>
                      </a:r>
                      <a:r>
                        <a:rPr lang="en-US" sz="2560" kern="1200" dirty="0">
                          <a:solidFill>
                            <a:schemeClr val="dk1"/>
                          </a:solidFill>
                        </a:rPr>
                        <a:t>&lt;</a:t>
                      </a:r>
                      <a:r>
                        <a:rPr lang="en-US" sz="2560" kern="1200" dirty="0" err="1">
                          <a:solidFill>
                            <a:schemeClr val="dk1"/>
                          </a:solidFill>
                        </a:rPr>
                        <a:t>TSource</a:t>
                      </a:r>
                      <a:r>
                        <a:rPr lang="en-US" sz="2560" kern="1200" dirty="0">
                          <a:solidFill>
                            <a:schemeClr val="dk1"/>
                          </a:solidFill>
                        </a:rPr>
                        <a:t>&gt;) // static extension members for </a:t>
                      </a:r>
                      <a:r>
                        <a:rPr lang="en-US" sz="2560" kern="1200" dirty="0" err="1">
                          <a:solidFill>
                            <a:schemeClr val="dk1"/>
                          </a:solidFill>
                        </a:rPr>
                        <a:t>IEnumerable</a:t>
                      </a:r>
                      <a:r>
                        <a:rPr lang="en-US" sz="2560" kern="1200" dirty="0">
                          <a:solidFill>
                            <a:schemeClr val="dk1"/>
                          </a:solidFill>
                        </a:rPr>
                        <a:t>&lt;Source&gt;</a:t>
                      </a:r>
                    </a:p>
                    <a:p>
                      <a:r>
                        <a:rPr lang="en-US" sz="2560" kern="1200" dirty="0">
                          <a:solidFill>
                            <a:schemeClr val="dk1"/>
                          </a:solidFill>
                        </a:rPr>
                        <a:t>    {</a:t>
                      </a:r>
                    </a:p>
                    <a:p>
                      <a:r>
                        <a:rPr lang="en-US" sz="2560" kern="1200" dirty="0">
                          <a:solidFill>
                            <a:schemeClr val="dk1"/>
                          </a:solidFill>
                        </a:rPr>
                        <a:t>        // static extension method:</a:t>
                      </a:r>
                    </a:p>
                    <a:p>
                      <a:r>
                        <a:rPr lang="en-US" sz="2560" kern="1200" dirty="0">
                          <a:solidFill>
                            <a:schemeClr val="dk1"/>
                          </a:solidFill>
                        </a:rPr>
                        <a:t>        public static </a:t>
                      </a:r>
                      <a:r>
                        <a:rPr lang="en-US" sz="2560" kern="1200" dirty="0" err="1">
                          <a:solidFill>
                            <a:schemeClr val="dk1"/>
                          </a:solidFill>
                        </a:rPr>
                        <a:t>IEnumerable</a:t>
                      </a:r>
                      <a:r>
                        <a:rPr lang="en-US" sz="2560" kern="1200" dirty="0">
                          <a:solidFill>
                            <a:schemeClr val="dk1"/>
                          </a:solidFill>
                        </a:rPr>
                        <a:t>&lt;</a:t>
                      </a:r>
                      <a:r>
                        <a:rPr lang="en-US" sz="2560" kern="1200" dirty="0" err="1">
                          <a:solidFill>
                            <a:schemeClr val="dk1"/>
                          </a:solidFill>
                        </a:rPr>
                        <a:t>TSource</a:t>
                      </a:r>
                      <a:r>
                        <a:rPr lang="en-US" sz="2560" kern="1200" dirty="0">
                          <a:solidFill>
                            <a:schemeClr val="dk1"/>
                          </a:solidFill>
                        </a:rPr>
                        <a:t>&gt; Combine(</a:t>
                      </a:r>
                      <a:r>
                        <a:rPr lang="en-US" sz="2560" kern="1200" dirty="0" err="1">
                          <a:solidFill>
                            <a:schemeClr val="dk1"/>
                          </a:solidFill>
                        </a:rPr>
                        <a:t>IEnumerable</a:t>
                      </a:r>
                      <a:r>
                        <a:rPr lang="en-US" sz="2560" kern="1200" dirty="0">
                          <a:solidFill>
                            <a:schemeClr val="dk1"/>
                          </a:solidFill>
                        </a:rPr>
                        <a:t>&lt;</a:t>
                      </a:r>
                      <a:r>
                        <a:rPr lang="en-US" sz="2560" kern="1200" dirty="0" err="1">
                          <a:solidFill>
                            <a:schemeClr val="dk1"/>
                          </a:solidFill>
                        </a:rPr>
                        <a:t>TSource</a:t>
                      </a:r>
                      <a:r>
                        <a:rPr lang="en-US" sz="2560" kern="1200" dirty="0">
                          <a:solidFill>
                            <a:schemeClr val="dk1"/>
                          </a:solidFill>
                        </a:rPr>
                        <a:t>&gt; first, </a:t>
                      </a:r>
                      <a:r>
                        <a:rPr lang="en-US" sz="2560" kern="1200" dirty="0" err="1">
                          <a:solidFill>
                            <a:schemeClr val="dk1"/>
                          </a:solidFill>
                        </a:rPr>
                        <a:t>IEnumerable</a:t>
                      </a:r>
                      <a:r>
                        <a:rPr lang="en-US" sz="2560" kern="1200" dirty="0">
                          <a:solidFill>
                            <a:schemeClr val="dk1"/>
                          </a:solidFill>
                        </a:rPr>
                        <a:t>&lt;</a:t>
                      </a:r>
                      <a:r>
                        <a:rPr lang="en-US" sz="2560" kern="1200" dirty="0" err="1">
                          <a:solidFill>
                            <a:schemeClr val="dk1"/>
                          </a:solidFill>
                        </a:rPr>
                        <a:t>TSource</a:t>
                      </a:r>
                      <a:r>
                        <a:rPr lang="en-US" sz="2560" kern="1200" dirty="0">
                          <a:solidFill>
                            <a:schemeClr val="dk1"/>
                          </a:solidFill>
                        </a:rPr>
                        <a:t>&gt; second) { ... }</a:t>
                      </a:r>
                    </a:p>
                    <a:p>
                      <a:endParaRPr lang="en-US" sz="2560" kern="1200" dirty="0">
                        <a:solidFill>
                          <a:schemeClr val="dk1"/>
                        </a:solidFill>
                      </a:endParaRPr>
                    </a:p>
                    <a:p>
                      <a:r>
                        <a:rPr lang="en-US" sz="2560" kern="1200" dirty="0">
                          <a:solidFill>
                            <a:schemeClr val="dk1"/>
                          </a:solidFill>
                        </a:rPr>
                        <a:t>        // static extension property:</a:t>
                      </a:r>
                    </a:p>
                    <a:p>
                      <a:r>
                        <a:rPr lang="en-US" sz="2560" kern="1200" dirty="0">
                          <a:solidFill>
                            <a:schemeClr val="dk1"/>
                          </a:solidFill>
                        </a:rPr>
                        <a:t>        public static </a:t>
                      </a:r>
                      <a:r>
                        <a:rPr lang="en-US" sz="2560" kern="1200" dirty="0" err="1">
                          <a:solidFill>
                            <a:schemeClr val="dk1"/>
                          </a:solidFill>
                        </a:rPr>
                        <a:t>IEnumerable</a:t>
                      </a:r>
                      <a:r>
                        <a:rPr lang="en-US" sz="2560" kern="1200" dirty="0">
                          <a:solidFill>
                            <a:schemeClr val="dk1"/>
                          </a:solidFill>
                        </a:rPr>
                        <a:t>&lt;</a:t>
                      </a:r>
                      <a:r>
                        <a:rPr lang="en-US" sz="2560" kern="1200" dirty="0" err="1">
                          <a:solidFill>
                            <a:schemeClr val="dk1"/>
                          </a:solidFill>
                        </a:rPr>
                        <a:t>TSource</a:t>
                      </a:r>
                      <a:r>
                        <a:rPr lang="en-US" sz="2560" kern="1200" dirty="0">
                          <a:solidFill>
                            <a:schemeClr val="dk1"/>
                          </a:solidFill>
                        </a:rPr>
                        <a:t>&gt; Identity =&gt; </a:t>
                      </a:r>
                      <a:r>
                        <a:rPr lang="en-US" sz="2560" kern="1200" dirty="0" err="1">
                          <a:solidFill>
                            <a:schemeClr val="dk1"/>
                          </a:solidFill>
                        </a:rPr>
                        <a:t>Enumerable.Empty</a:t>
                      </a:r>
                      <a:r>
                        <a:rPr lang="en-US" sz="2560" kern="1200" dirty="0">
                          <a:solidFill>
                            <a:schemeClr val="dk1"/>
                          </a:solidFill>
                        </a:rPr>
                        <a:t>&lt;</a:t>
                      </a:r>
                      <a:r>
                        <a:rPr lang="en-US" sz="2560" kern="1200" dirty="0" err="1">
                          <a:solidFill>
                            <a:schemeClr val="dk1"/>
                          </a:solidFill>
                        </a:rPr>
                        <a:t>TSource</a:t>
                      </a:r>
                      <a:r>
                        <a:rPr lang="en-US" sz="2560" kern="1200" dirty="0">
                          <a:solidFill>
                            <a:schemeClr val="dk1"/>
                          </a:solidFill>
                        </a:rPr>
                        <a:t>&gt;();</a:t>
                      </a:r>
                    </a:p>
                    <a:p>
                      <a:endParaRPr lang="en-US" sz="2560" kern="1200" dirty="0">
                        <a:solidFill>
                          <a:schemeClr val="dk1"/>
                        </a:solidFill>
                      </a:endParaRPr>
                    </a:p>
                    <a:p>
                      <a:r>
                        <a:rPr lang="en-US" sz="2560" kern="1200" dirty="0">
                          <a:solidFill>
                            <a:schemeClr val="dk1"/>
                          </a:solidFill>
                        </a:rPr>
                        <a:t>        // static user defined operator:</a:t>
                      </a:r>
                    </a:p>
                    <a:p>
                      <a:r>
                        <a:rPr lang="en-US" sz="2560" kern="1200" dirty="0">
                          <a:solidFill>
                            <a:schemeClr val="dk1"/>
                          </a:solidFill>
                        </a:rPr>
                        <a:t>        public static </a:t>
                      </a:r>
                      <a:r>
                        <a:rPr lang="en-US" sz="2560" kern="1200" dirty="0" err="1">
                          <a:solidFill>
                            <a:schemeClr val="dk1"/>
                          </a:solidFill>
                        </a:rPr>
                        <a:t>IEnumerable</a:t>
                      </a:r>
                      <a:r>
                        <a:rPr lang="en-US" sz="2560" kern="1200" dirty="0">
                          <a:solidFill>
                            <a:schemeClr val="dk1"/>
                          </a:solidFill>
                        </a:rPr>
                        <a:t>&lt;</a:t>
                      </a:r>
                      <a:r>
                        <a:rPr lang="en-US" sz="2560" kern="1200" dirty="0" err="1">
                          <a:solidFill>
                            <a:schemeClr val="dk1"/>
                          </a:solidFill>
                        </a:rPr>
                        <a:t>TSource</a:t>
                      </a:r>
                      <a:r>
                        <a:rPr lang="en-US" sz="2560" kern="1200" dirty="0">
                          <a:solidFill>
                            <a:schemeClr val="dk1"/>
                          </a:solidFill>
                        </a:rPr>
                        <a:t>&gt; operator + (</a:t>
                      </a:r>
                      <a:r>
                        <a:rPr lang="en-US" sz="2560" kern="1200" dirty="0" err="1">
                          <a:solidFill>
                            <a:schemeClr val="dk1"/>
                          </a:solidFill>
                        </a:rPr>
                        <a:t>IEnumerable</a:t>
                      </a:r>
                      <a:r>
                        <a:rPr lang="en-US" sz="2560" kern="1200" dirty="0">
                          <a:solidFill>
                            <a:schemeClr val="dk1"/>
                          </a:solidFill>
                        </a:rPr>
                        <a:t>&lt;</a:t>
                      </a:r>
                      <a:r>
                        <a:rPr lang="en-US" sz="2560" kern="1200" dirty="0" err="1">
                          <a:solidFill>
                            <a:schemeClr val="dk1"/>
                          </a:solidFill>
                        </a:rPr>
                        <a:t>TSource</a:t>
                      </a:r>
                      <a:r>
                        <a:rPr lang="en-US" sz="2560" kern="1200" dirty="0">
                          <a:solidFill>
                            <a:schemeClr val="dk1"/>
                          </a:solidFill>
                        </a:rPr>
                        <a:t>&gt; left, </a:t>
                      </a:r>
                      <a:r>
                        <a:rPr lang="en-US" sz="2560" kern="1200" dirty="0" err="1">
                          <a:solidFill>
                            <a:schemeClr val="dk1"/>
                          </a:solidFill>
                        </a:rPr>
                        <a:t>IEnumerable</a:t>
                      </a:r>
                      <a:r>
                        <a:rPr lang="en-US" sz="2560" kern="1200" dirty="0">
                          <a:solidFill>
                            <a:schemeClr val="dk1"/>
                          </a:solidFill>
                        </a:rPr>
                        <a:t>&lt;</a:t>
                      </a:r>
                      <a:r>
                        <a:rPr lang="en-US" sz="2560" kern="1200" dirty="0" err="1">
                          <a:solidFill>
                            <a:schemeClr val="dk1"/>
                          </a:solidFill>
                        </a:rPr>
                        <a:t>TSource</a:t>
                      </a:r>
                      <a:r>
                        <a:rPr lang="en-US" sz="2560" kern="1200" dirty="0">
                          <a:solidFill>
                            <a:schemeClr val="dk1"/>
                          </a:solidFill>
                        </a:rPr>
                        <a:t>&gt; right) =&gt; </a:t>
                      </a:r>
                      <a:r>
                        <a:rPr lang="en-US" sz="2560" kern="1200" dirty="0" err="1">
                          <a:solidFill>
                            <a:schemeClr val="dk1"/>
                          </a:solidFill>
                        </a:rPr>
                        <a:t>left.Concat</a:t>
                      </a:r>
                      <a:r>
                        <a:rPr lang="en-US" sz="2560" kern="1200" dirty="0">
                          <a:solidFill>
                            <a:schemeClr val="dk1"/>
                          </a:solidFill>
                        </a:rPr>
                        <a:t>(right);</a:t>
                      </a:r>
                    </a:p>
                    <a:p>
                      <a:r>
                        <a:rPr lang="en-US" sz="2560" kern="1200" dirty="0">
                          <a:solidFill>
                            <a:schemeClr val="dk1"/>
                          </a:solidFill>
                        </a:rPr>
                        <a:t>    }</a:t>
                      </a:r>
                    </a:p>
                    <a:p>
                      <a:r>
                        <a:rPr lang="en-US" sz="2560" kern="1200" dirty="0">
                          <a:solidFill>
                            <a:schemeClr val="dk1"/>
                          </a:solidFill>
                        </a:rPr>
                        <a:t>}</a:t>
                      </a:r>
                      <a:endParaRPr lang="en-US" sz="2560" kern="1200" dirty="0">
                        <a:solidFill>
                          <a:schemeClr val="dk1"/>
                        </a:solidFill>
                        <a:latin typeface="+mn-lt"/>
                        <a:ea typeface="+mn-ea"/>
                        <a:cs typeface="+mn-cs"/>
                      </a:endParaRPr>
                    </a:p>
                  </a:txBody>
                  <a:tcPr anchor="ctr"/>
                </a:tc>
                <a:extLst>
                  <a:ext uri="{0D108BD9-81ED-4DB2-BD59-A6C34878D82A}">
                    <a16:rowId xmlns:a16="http://schemas.microsoft.com/office/drawing/2014/main" val="770094404"/>
                  </a:ext>
                </a:extLst>
              </a:tr>
            </a:tbl>
          </a:graphicData>
        </a:graphic>
      </p:graphicFrame>
    </p:spTree>
    <p:extLst>
      <p:ext uri="{BB962C8B-B14F-4D97-AF65-F5344CB8AC3E}">
        <p14:creationId xmlns:p14="http://schemas.microsoft.com/office/powerpoint/2010/main" val="13825551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87C641-C6A5-9D57-7350-428F2D50696C}"/>
              </a:ext>
            </a:extLst>
          </p:cNvPr>
          <p:cNvSpPr>
            <a:spLocks noGrp="1"/>
          </p:cNvSpPr>
          <p:nvPr>
            <p:ph type="title"/>
          </p:nvPr>
        </p:nvSpPr>
        <p:spPr/>
        <p:txBody>
          <a:bodyPr/>
          <a:lstStyle/>
          <a:p>
            <a:r>
              <a:rPr lang="en-US" dirty="0"/>
              <a:t>C# 14 – Extension members</a:t>
            </a:r>
          </a:p>
        </p:txBody>
      </p:sp>
      <p:sp>
        <p:nvSpPr>
          <p:cNvPr id="3" name="Slide Number Placeholder 2">
            <a:extLst>
              <a:ext uri="{FF2B5EF4-FFF2-40B4-BE49-F238E27FC236}">
                <a16:creationId xmlns:a16="http://schemas.microsoft.com/office/drawing/2014/main" id="{BAA1D6C0-3ED5-84A1-48DF-699A0A90CFFF}"/>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9</a:t>
            </a:fld>
            <a:endParaRPr lang="en-RU" dirty="0"/>
          </a:p>
        </p:txBody>
      </p:sp>
      <p:graphicFrame>
        <p:nvGraphicFramePr>
          <p:cNvPr id="5" name="Table 4">
            <a:extLst>
              <a:ext uri="{FF2B5EF4-FFF2-40B4-BE49-F238E27FC236}">
                <a16:creationId xmlns:a16="http://schemas.microsoft.com/office/drawing/2014/main" id="{9C24A0FF-0B5C-2206-4285-E4C9FFC36CF4}"/>
              </a:ext>
            </a:extLst>
          </p:cNvPr>
          <p:cNvGraphicFramePr>
            <a:graphicFrameLocks noGrp="1"/>
          </p:cNvGraphicFramePr>
          <p:nvPr>
            <p:extLst>
              <p:ext uri="{D42A27DB-BD31-4B8C-83A1-F6EECF244321}">
                <p14:modId xmlns:p14="http://schemas.microsoft.com/office/powerpoint/2010/main" val="784122275"/>
              </p:ext>
            </p:extLst>
          </p:nvPr>
        </p:nvGraphicFramePr>
        <p:xfrm>
          <a:off x="1439999" y="2566194"/>
          <a:ext cx="15408138" cy="4947126"/>
        </p:xfrm>
        <a:graphic>
          <a:graphicData uri="http://schemas.openxmlformats.org/drawingml/2006/table">
            <a:tbl>
              <a:tblPr firstRow="1" bandRow="1">
                <a:tableStyleId>{00A15C55-8517-42AA-B614-E9B94910E393}</a:tableStyleId>
              </a:tblPr>
              <a:tblGrid>
                <a:gridCol w="7704069">
                  <a:extLst>
                    <a:ext uri="{9D8B030D-6E8A-4147-A177-3AD203B41FA5}">
                      <a16:colId xmlns:a16="http://schemas.microsoft.com/office/drawing/2014/main" val="2170219910"/>
                    </a:ext>
                  </a:extLst>
                </a:gridCol>
                <a:gridCol w="7704069">
                  <a:extLst>
                    <a:ext uri="{9D8B030D-6E8A-4147-A177-3AD203B41FA5}">
                      <a16:colId xmlns:a16="http://schemas.microsoft.com/office/drawing/2014/main" val="1562820957"/>
                    </a:ext>
                  </a:extLst>
                </a:gridCol>
              </a:tblGrid>
              <a:tr h="1116637">
                <a:tc>
                  <a:txBody>
                    <a:bodyPr/>
                    <a:lstStyle/>
                    <a:p>
                      <a:r>
                        <a:rPr lang="en-US" dirty="0"/>
                        <a:t>Before</a:t>
                      </a:r>
                    </a:p>
                  </a:txBody>
                  <a:tcPr anchor="ctr"/>
                </a:tc>
                <a:tc>
                  <a:txBody>
                    <a:bodyPr/>
                    <a:lstStyle/>
                    <a:p>
                      <a:r>
                        <a:rPr lang="en-US" dirty="0"/>
                        <a:t>After</a:t>
                      </a:r>
                    </a:p>
                  </a:txBody>
                  <a:tcPr anchor="ctr"/>
                </a:tc>
                <a:extLst>
                  <a:ext uri="{0D108BD9-81ED-4DB2-BD59-A6C34878D82A}">
                    <a16:rowId xmlns:a16="http://schemas.microsoft.com/office/drawing/2014/main" val="770094404"/>
                  </a:ext>
                </a:extLst>
              </a:tr>
              <a:tr h="3830489">
                <a:tc>
                  <a:txBody>
                    <a:bodyPr/>
                    <a:lstStyle/>
                    <a:p>
                      <a:r>
                        <a:rPr lang="en-US" sz="2560" kern="1200" dirty="0">
                          <a:solidFill>
                            <a:schemeClr val="dk1"/>
                          </a:solidFill>
                          <a:latin typeface="+mn-lt"/>
                          <a:ea typeface="+mn-ea"/>
                          <a:cs typeface="+mn-cs"/>
                        </a:rPr>
                        <a:t>public static </a:t>
                      </a:r>
                      <a:r>
                        <a:rPr lang="en-US" sz="2560" kern="1200" dirty="0" err="1">
                          <a:solidFill>
                            <a:schemeClr val="dk1"/>
                          </a:solidFill>
                          <a:latin typeface="+mn-lt"/>
                          <a:ea typeface="+mn-ea"/>
                          <a:cs typeface="+mn-cs"/>
                        </a:rPr>
                        <a:t>Guid</a:t>
                      </a:r>
                      <a:r>
                        <a:rPr lang="en-US" sz="2560" kern="1200" dirty="0">
                          <a:solidFill>
                            <a:schemeClr val="dk1"/>
                          </a:solidFill>
                          <a:latin typeface="+mn-lt"/>
                          <a:ea typeface="+mn-ea"/>
                          <a:cs typeface="+mn-cs"/>
                        </a:rPr>
                        <a:t> </a:t>
                      </a:r>
                      <a:r>
                        <a:rPr lang="en-US" sz="2560" kern="1200" dirty="0" err="1">
                          <a:solidFill>
                            <a:schemeClr val="dk1"/>
                          </a:solidFill>
                          <a:latin typeface="+mn-lt"/>
                          <a:ea typeface="+mn-ea"/>
                          <a:cs typeface="+mn-cs"/>
                        </a:rPr>
                        <a:t>GetUserId</a:t>
                      </a:r>
                      <a:r>
                        <a:rPr lang="en-US" sz="2560" kern="1200" dirty="0">
                          <a:solidFill>
                            <a:schemeClr val="dk1"/>
                          </a:solidFill>
                          <a:latin typeface="+mn-lt"/>
                          <a:ea typeface="+mn-ea"/>
                          <a:cs typeface="+mn-cs"/>
                        </a:rPr>
                        <a:t>(this </a:t>
                      </a:r>
                      <a:r>
                        <a:rPr lang="en-US" sz="2560" kern="1200" dirty="0" err="1">
                          <a:solidFill>
                            <a:schemeClr val="dk1"/>
                          </a:solidFill>
                          <a:latin typeface="+mn-lt"/>
                          <a:ea typeface="+mn-ea"/>
                          <a:cs typeface="+mn-cs"/>
                        </a:rPr>
                        <a:t>ClaimsPrincipal</a:t>
                      </a:r>
                      <a:r>
                        <a:rPr lang="en-US" sz="2560" kern="1200" dirty="0">
                          <a:solidFill>
                            <a:schemeClr val="dk1"/>
                          </a:solidFill>
                          <a:latin typeface="+mn-lt"/>
                          <a:ea typeface="+mn-ea"/>
                          <a:cs typeface="+mn-cs"/>
                        </a:rPr>
                        <a:t> claims)</a:t>
                      </a:r>
                    </a:p>
                    <a:p>
                      <a:r>
                        <a:rPr lang="en-US" sz="2560" kern="1200" dirty="0">
                          <a:solidFill>
                            <a:schemeClr val="dk1"/>
                          </a:solidFill>
                          <a:latin typeface="+mn-lt"/>
                          <a:ea typeface="+mn-ea"/>
                          <a:cs typeface="+mn-cs"/>
                        </a:rPr>
                        <a:t>{</a:t>
                      </a:r>
                    </a:p>
                    <a:p>
                      <a:r>
                        <a:rPr lang="en-US" sz="2560" kern="1200" dirty="0">
                          <a:solidFill>
                            <a:schemeClr val="dk1"/>
                          </a:solidFill>
                          <a:latin typeface="+mn-lt"/>
                          <a:ea typeface="+mn-ea"/>
                          <a:cs typeface="+mn-cs"/>
                        </a:rPr>
                        <a:t>    </a:t>
                      </a:r>
                      <a:r>
                        <a:rPr lang="en-US" sz="2560" kern="1200" dirty="0" err="1">
                          <a:solidFill>
                            <a:schemeClr val="dk1"/>
                          </a:solidFill>
                          <a:latin typeface="+mn-lt"/>
                          <a:ea typeface="+mn-ea"/>
                          <a:cs typeface="+mn-cs"/>
                        </a:rPr>
                        <a:t>Guid.TryParse</a:t>
                      </a:r>
                      <a:r>
                        <a:rPr lang="en-US" sz="2560" kern="1200" dirty="0">
                          <a:solidFill>
                            <a:schemeClr val="dk1"/>
                          </a:solidFill>
                          <a:latin typeface="+mn-lt"/>
                          <a:ea typeface="+mn-ea"/>
                          <a:cs typeface="+mn-cs"/>
                        </a:rPr>
                        <a:t>(</a:t>
                      </a:r>
                      <a:r>
                        <a:rPr lang="en-US" sz="2560" kern="1200" dirty="0" err="1">
                          <a:solidFill>
                            <a:schemeClr val="dk1"/>
                          </a:solidFill>
                          <a:latin typeface="+mn-lt"/>
                          <a:ea typeface="+mn-ea"/>
                          <a:cs typeface="+mn-cs"/>
                        </a:rPr>
                        <a:t>claims.GetObjectId</a:t>
                      </a:r>
                      <a:r>
                        <a:rPr lang="en-US" sz="2560" kern="1200" dirty="0">
                          <a:solidFill>
                            <a:schemeClr val="dk1"/>
                          </a:solidFill>
                          <a:latin typeface="+mn-lt"/>
                          <a:ea typeface="+mn-ea"/>
                          <a:cs typeface="+mn-cs"/>
                        </a:rPr>
                        <a:t>(), out var </a:t>
                      </a:r>
                      <a:r>
                        <a:rPr lang="en-US" sz="2560" kern="1200" dirty="0" err="1">
                          <a:solidFill>
                            <a:schemeClr val="dk1"/>
                          </a:solidFill>
                          <a:latin typeface="+mn-lt"/>
                          <a:ea typeface="+mn-ea"/>
                          <a:cs typeface="+mn-cs"/>
                        </a:rPr>
                        <a:t>currentUserId</a:t>
                      </a:r>
                      <a:r>
                        <a:rPr lang="en-US" sz="2560" kern="1200" dirty="0">
                          <a:solidFill>
                            <a:schemeClr val="dk1"/>
                          </a:solidFill>
                          <a:latin typeface="+mn-lt"/>
                          <a:ea typeface="+mn-ea"/>
                          <a:cs typeface="+mn-cs"/>
                        </a:rPr>
                        <a:t>);</a:t>
                      </a:r>
                    </a:p>
                    <a:p>
                      <a:r>
                        <a:rPr lang="en-US" sz="2560" kern="1200" dirty="0">
                          <a:solidFill>
                            <a:schemeClr val="dk1"/>
                          </a:solidFill>
                          <a:latin typeface="+mn-lt"/>
                          <a:ea typeface="+mn-ea"/>
                          <a:cs typeface="+mn-cs"/>
                        </a:rPr>
                        <a:t>    return </a:t>
                      </a:r>
                      <a:r>
                        <a:rPr lang="en-US" sz="2560" kern="1200" dirty="0" err="1">
                          <a:solidFill>
                            <a:schemeClr val="dk1"/>
                          </a:solidFill>
                          <a:latin typeface="+mn-lt"/>
                          <a:ea typeface="+mn-ea"/>
                          <a:cs typeface="+mn-cs"/>
                        </a:rPr>
                        <a:t>currentUserId</a:t>
                      </a:r>
                      <a:r>
                        <a:rPr lang="en-US" sz="2560" kern="1200" dirty="0">
                          <a:solidFill>
                            <a:schemeClr val="dk1"/>
                          </a:solidFill>
                          <a:latin typeface="+mn-lt"/>
                          <a:ea typeface="+mn-ea"/>
                          <a:cs typeface="+mn-cs"/>
                        </a:rPr>
                        <a:t>;</a:t>
                      </a:r>
                    </a:p>
                    <a:p>
                      <a:r>
                        <a:rPr lang="en-US" sz="2560" kern="1200" dirty="0">
                          <a:solidFill>
                            <a:schemeClr val="dk1"/>
                          </a:solidFill>
                          <a:latin typeface="+mn-lt"/>
                          <a:ea typeface="+mn-ea"/>
                          <a:cs typeface="+mn-cs"/>
                        </a:rPr>
                        <a:t>}</a:t>
                      </a:r>
                    </a:p>
                  </a:txBody>
                  <a:tcPr anchor="ctr"/>
                </a:tc>
                <a:tc>
                  <a:txBody>
                    <a:bodyPr/>
                    <a:lstStyle/>
                    <a:p>
                      <a:r>
                        <a:rPr lang="en-US" sz="2560" kern="1200" dirty="0">
                          <a:solidFill>
                            <a:schemeClr val="dk1"/>
                          </a:solidFill>
                          <a:latin typeface="+mn-lt"/>
                          <a:ea typeface="+mn-ea"/>
                          <a:cs typeface="+mn-cs"/>
                        </a:rPr>
                        <a:t>extension(</a:t>
                      </a:r>
                      <a:r>
                        <a:rPr lang="en-US" sz="2560" kern="1200" dirty="0" err="1">
                          <a:solidFill>
                            <a:schemeClr val="dk1"/>
                          </a:solidFill>
                          <a:latin typeface="+mn-lt"/>
                          <a:ea typeface="+mn-ea"/>
                          <a:cs typeface="+mn-cs"/>
                        </a:rPr>
                        <a:t>ClaimsPrincipal</a:t>
                      </a:r>
                      <a:r>
                        <a:rPr lang="en-US" sz="2560" kern="1200" dirty="0">
                          <a:solidFill>
                            <a:schemeClr val="dk1"/>
                          </a:solidFill>
                          <a:latin typeface="+mn-lt"/>
                          <a:ea typeface="+mn-ea"/>
                          <a:cs typeface="+mn-cs"/>
                        </a:rPr>
                        <a:t> claims)</a:t>
                      </a:r>
                    </a:p>
                    <a:p>
                      <a:r>
                        <a:rPr lang="en-US" sz="2560" kern="1200" dirty="0">
                          <a:solidFill>
                            <a:schemeClr val="dk1"/>
                          </a:solidFill>
                          <a:latin typeface="+mn-lt"/>
                          <a:ea typeface="+mn-ea"/>
                          <a:cs typeface="+mn-cs"/>
                        </a:rPr>
                        <a:t>{</a:t>
                      </a:r>
                    </a:p>
                    <a:p>
                      <a:r>
                        <a:rPr lang="en-US" sz="2560" kern="1200" dirty="0">
                          <a:solidFill>
                            <a:schemeClr val="dk1"/>
                          </a:solidFill>
                          <a:latin typeface="+mn-lt"/>
                          <a:ea typeface="+mn-ea"/>
                          <a:cs typeface="+mn-cs"/>
                        </a:rPr>
                        <a:t>    public </a:t>
                      </a:r>
                      <a:r>
                        <a:rPr lang="en-US" sz="2560" kern="1200" dirty="0" err="1">
                          <a:solidFill>
                            <a:schemeClr val="dk1"/>
                          </a:solidFill>
                          <a:latin typeface="+mn-lt"/>
                          <a:ea typeface="+mn-ea"/>
                          <a:cs typeface="+mn-cs"/>
                        </a:rPr>
                        <a:t>Guid</a:t>
                      </a:r>
                      <a:r>
                        <a:rPr lang="en-US" sz="2560" kern="1200" dirty="0">
                          <a:solidFill>
                            <a:schemeClr val="dk1"/>
                          </a:solidFill>
                          <a:latin typeface="+mn-lt"/>
                          <a:ea typeface="+mn-ea"/>
                          <a:cs typeface="+mn-cs"/>
                        </a:rPr>
                        <a:t> </a:t>
                      </a:r>
                      <a:r>
                        <a:rPr lang="en-US" sz="2560" kern="1200" dirty="0" err="1">
                          <a:solidFill>
                            <a:schemeClr val="dk1"/>
                          </a:solidFill>
                          <a:latin typeface="+mn-lt"/>
                          <a:ea typeface="+mn-ea"/>
                          <a:cs typeface="+mn-cs"/>
                        </a:rPr>
                        <a:t>GetUserId</a:t>
                      </a:r>
                      <a:r>
                        <a:rPr lang="en-US" sz="2560" kern="1200" dirty="0">
                          <a:solidFill>
                            <a:schemeClr val="dk1"/>
                          </a:solidFill>
                          <a:latin typeface="+mn-lt"/>
                          <a:ea typeface="+mn-ea"/>
                          <a:cs typeface="+mn-cs"/>
                        </a:rPr>
                        <a:t>()</a:t>
                      </a:r>
                    </a:p>
                    <a:p>
                      <a:r>
                        <a:rPr lang="en-US" sz="2560" kern="1200" dirty="0">
                          <a:solidFill>
                            <a:schemeClr val="dk1"/>
                          </a:solidFill>
                          <a:latin typeface="+mn-lt"/>
                          <a:ea typeface="+mn-ea"/>
                          <a:cs typeface="+mn-cs"/>
                        </a:rPr>
                        <a:t>    {</a:t>
                      </a:r>
                    </a:p>
                    <a:p>
                      <a:r>
                        <a:rPr lang="en-US" sz="2560" kern="1200" dirty="0">
                          <a:solidFill>
                            <a:schemeClr val="dk1"/>
                          </a:solidFill>
                          <a:latin typeface="+mn-lt"/>
                          <a:ea typeface="+mn-ea"/>
                          <a:cs typeface="+mn-cs"/>
                        </a:rPr>
                        <a:t>        </a:t>
                      </a:r>
                      <a:r>
                        <a:rPr lang="en-US" sz="2560" kern="1200" dirty="0" err="1">
                          <a:solidFill>
                            <a:schemeClr val="dk1"/>
                          </a:solidFill>
                          <a:latin typeface="+mn-lt"/>
                          <a:ea typeface="+mn-ea"/>
                          <a:cs typeface="+mn-cs"/>
                        </a:rPr>
                        <a:t>Guid.TryParse</a:t>
                      </a:r>
                      <a:r>
                        <a:rPr lang="en-US" sz="2560" kern="1200" dirty="0">
                          <a:solidFill>
                            <a:schemeClr val="dk1"/>
                          </a:solidFill>
                          <a:latin typeface="+mn-lt"/>
                          <a:ea typeface="+mn-ea"/>
                          <a:cs typeface="+mn-cs"/>
                        </a:rPr>
                        <a:t>(</a:t>
                      </a:r>
                      <a:r>
                        <a:rPr lang="en-US" sz="2560" kern="1200" dirty="0" err="1">
                          <a:solidFill>
                            <a:schemeClr val="dk1"/>
                          </a:solidFill>
                          <a:latin typeface="+mn-lt"/>
                          <a:ea typeface="+mn-ea"/>
                          <a:cs typeface="+mn-cs"/>
                        </a:rPr>
                        <a:t>claims.GetObjectId</a:t>
                      </a:r>
                      <a:r>
                        <a:rPr lang="en-US" sz="2560" kern="1200" dirty="0">
                          <a:solidFill>
                            <a:schemeClr val="dk1"/>
                          </a:solidFill>
                          <a:latin typeface="+mn-lt"/>
                          <a:ea typeface="+mn-ea"/>
                          <a:cs typeface="+mn-cs"/>
                        </a:rPr>
                        <a:t>(), out var </a:t>
                      </a:r>
                      <a:r>
                        <a:rPr lang="en-US" sz="2560" kern="1200" dirty="0" err="1">
                          <a:solidFill>
                            <a:schemeClr val="dk1"/>
                          </a:solidFill>
                          <a:latin typeface="+mn-lt"/>
                          <a:ea typeface="+mn-ea"/>
                          <a:cs typeface="+mn-cs"/>
                        </a:rPr>
                        <a:t>currentUserId</a:t>
                      </a:r>
                      <a:r>
                        <a:rPr lang="en-US" sz="2560" kern="1200" dirty="0">
                          <a:solidFill>
                            <a:schemeClr val="dk1"/>
                          </a:solidFill>
                          <a:latin typeface="+mn-lt"/>
                          <a:ea typeface="+mn-ea"/>
                          <a:cs typeface="+mn-cs"/>
                        </a:rPr>
                        <a:t>);</a:t>
                      </a:r>
                    </a:p>
                    <a:p>
                      <a:r>
                        <a:rPr lang="en-US" sz="2560" kern="1200" dirty="0">
                          <a:solidFill>
                            <a:schemeClr val="dk1"/>
                          </a:solidFill>
                          <a:latin typeface="+mn-lt"/>
                          <a:ea typeface="+mn-ea"/>
                          <a:cs typeface="+mn-cs"/>
                        </a:rPr>
                        <a:t>        return </a:t>
                      </a:r>
                      <a:r>
                        <a:rPr lang="en-US" sz="2560" kern="1200" dirty="0" err="1">
                          <a:solidFill>
                            <a:schemeClr val="dk1"/>
                          </a:solidFill>
                          <a:latin typeface="+mn-lt"/>
                          <a:ea typeface="+mn-ea"/>
                          <a:cs typeface="+mn-cs"/>
                        </a:rPr>
                        <a:t>currentUserId</a:t>
                      </a:r>
                      <a:r>
                        <a:rPr lang="en-US" sz="2560" kern="1200" dirty="0">
                          <a:solidFill>
                            <a:schemeClr val="dk1"/>
                          </a:solidFill>
                          <a:latin typeface="+mn-lt"/>
                          <a:ea typeface="+mn-ea"/>
                          <a:cs typeface="+mn-cs"/>
                        </a:rPr>
                        <a:t>;</a:t>
                      </a:r>
                    </a:p>
                    <a:p>
                      <a:r>
                        <a:rPr lang="en-US" sz="2560" kern="1200" dirty="0">
                          <a:solidFill>
                            <a:schemeClr val="dk1"/>
                          </a:solidFill>
                          <a:latin typeface="+mn-lt"/>
                          <a:ea typeface="+mn-ea"/>
                          <a:cs typeface="+mn-cs"/>
                        </a:rPr>
                        <a:t>    }</a:t>
                      </a:r>
                    </a:p>
                    <a:p>
                      <a:r>
                        <a:rPr lang="en-US" sz="2560" kern="1200" dirty="0">
                          <a:solidFill>
                            <a:schemeClr val="dk1"/>
                          </a:solidFill>
                          <a:latin typeface="+mn-lt"/>
                          <a:ea typeface="+mn-ea"/>
                          <a:cs typeface="+mn-cs"/>
                        </a:rPr>
                        <a:t>}</a:t>
                      </a:r>
                      <a:endParaRPr lang="en-US" dirty="0"/>
                    </a:p>
                  </a:txBody>
                  <a:tcPr anchor="ctr"/>
                </a:tc>
                <a:extLst>
                  <a:ext uri="{0D108BD9-81ED-4DB2-BD59-A6C34878D82A}">
                    <a16:rowId xmlns:a16="http://schemas.microsoft.com/office/drawing/2014/main" val="3661230587"/>
                  </a:ext>
                </a:extLst>
              </a:tr>
            </a:tbl>
          </a:graphicData>
        </a:graphic>
      </p:graphicFrame>
    </p:spTree>
    <p:extLst>
      <p:ext uri="{BB962C8B-B14F-4D97-AF65-F5344CB8AC3E}">
        <p14:creationId xmlns:p14="http://schemas.microsoft.com/office/powerpoint/2010/main" val="12885095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87C641-C6A5-9D57-7350-428F2D50696C}"/>
              </a:ext>
            </a:extLst>
          </p:cNvPr>
          <p:cNvSpPr>
            <a:spLocks noGrp="1"/>
          </p:cNvSpPr>
          <p:nvPr>
            <p:ph type="title"/>
          </p:nvPr>
        </p:nvSpPr>
        <p:spPr/>
        <p:txBody>
          <a:bodyPr/>
          <a:lstStyle/>
          <a:p>
            <a:r>
              <a:rPr lang="en-US" dirty="0"/>
              <a:t>C# 14 – Null-conditional assignment</a:t>
            </a:r>
            <a:br>
              <a:rPr lang="en-US" dirty="0"/>
            </a:br>
            <a:endParaRPr lang="en-US" dirty="0"/>
          </a:p>
        </p:txBody>
      </p:sp>
      <p:sp>
        <p:nvSpPr>
          <p:cNvPr id="3" name="Slide Number Placeholder 2">
            <a:extLst>
              <a:ext uri="{FF2B5EF4-FFF2-40B4-BE49-F238E27FC236}">
                <a16:creationId xmlns:a16="http://schemas.microsoft.com/office/drawing/2014/main" id="{BAA1D6C0-3ED5-84A1-48DF-699A0A90CFFF}"/>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10</a:t>
            </a:fld>
            <a:endParaRPr lang="en-RU" dirty="0"/>
          </a:p>
        </p:txBody>
      </p:sp>
      <p:graphicFrame>
        <p:nvGraphicFramePr>
          <p:cNvPr id="9" name="Table 8">
            <a:extLst>
              <a:ext uri="{FF2B5EF4-FFF2-40B4-BE49-F238E27FC236}">
                <a16:creationId xmlns:a16="http://schemas.microsoft.com/office/drawing/2014/main" id="{3204F146-43F1-A549-A24A-7CC4F23726E2}"/>
              </a:ext>
            </a:extLst>
          </p:cNvPr>
          <p:cNvGraphicFramePr>
            <a:graphicFrameLocks noGrp="1"/>
          </p:cNvGraphicFramePr>
          <p:nvPr>
            <p:extLst>
              <p:ext uri="{D42A27DB-BD31-4B8C-83A1-F6EECF244321}">
                <p14:modId xmlns:p14="http://schemas.microsoft.com/office/powerpoint/2010/main" val="954787409"/>
              </p:ext>
            </p:extLst>
          </p:nvPr>
        </p:nvGraphicFramePr>
        <p:xfrm>
          <a:off x="1439999" y="2566194"/>
          <a:ext cx="15408138" cy="6694477"/>
        </p:xfrm>
        <a:graphic>
          <a:graphicData uri="http://schemas.openxmlformats.org/drawingml/2006/table">
            <a:tbl>
              <a:tblPr firstRow="1" bandRow="1">
                <a:tableStyleId>{00A15C55-8517-42AA-B614-E9B94910E393}</a:tableStyleId>
              </a:tblPr>
              <a:tblGrid>
                <a:gridCol w="7704069">
                  <a:extLst>
                    <a:ext uri="{9D8B030D-6E8A-4147-A177-3AD203B41FA5}">
                      <a16:colId xmlns:a16="http://schemas.microsoft.com/office/drawing/2014/main" val="2170219910"/>
                    </a:ext>
                  </a:extLst>
                </a:gridCol>
                <a:gridCol w="7704069">
                  <a:extLst>
                    <a:ext uri="{9D8B030D-6E8A-4147-A177-3AD203B41FA5}">
                      <a16:colId xmlns:a16="http://schemas.microsoft.com/office/drawing/2014/main" val="1562820957"/>
                    </a:ext>
                  </a:extLst>
                </a:gridCol>
              </a:tblGrid>
              <a:tr h="1116637">
                <a:tc>
                  <a:txBody>
                    <a:bodyPr/>
                    <a:lstStyle/>
                    <a:p>
                      <a:r>
                        <a:rPr lang="en-US" dirty="0"/>
                        <a:t>Before</a:t>
                      </a:r>
                    </a:p>
                  </a:txBody>
                  <a:tcPr anchor="ctr"/>
                </a:tc>
                <a:tc>
                  <a:txBody>
                    <a:bodyPr/>
                    <a:lstStyle/>
                    <a:p>
                      <a:r>
                        <a:rPr lang="en-US" dirty="0"/>
                        <a:t>After</a:t>
                      </a:r>
                    </a:p>
                  </a:txBody>
                  <a:tcPr anchor="ctr"/>
                </a:tc>
                <a:extLst>
                  <a:ext uri="{0D108BD9-81ED-4DB2-BD59-A6C34878D82A}">
                    <a16:rowId xmlns:a16="http://schemas.microsoft.com/office/drawing/2014/main" val="770094404"/>
                  </a:ext>
                </a:extLst>
              </a:tr>
              <a:tr h="3830489">
                <a:tc>
                  <a:txBody>
                    <a:bodyPr/>
                    <a:lstStyle/>
                    <a:p>
                      <a:r>
                        <a:rPr lang="en-US" sz="2400" b="0" i="0" dirty="0">
                          <a:solidFill>
                            <a:srgbClr val="AA0D91"/>
                          </a:solidFill>
                          <a:effectLst/>
                          <a:latin typeface="source-code-pro"/>
                        </a:rPr>
                        <a:t>public</a:t>
                      </a:r>
                      <a:r>
                        <a:rPr lang="en-US" sz="2400" b="0" i="0" dirty="0">
                          <a:solidFill>
                            <a:srgbClr val="242424"/>
                          </a:solidFill>
                          <a:effectLst/>
                          <a:latin typeface="source-code-pro"/>
                        </a:rPr>
                        <a:t> </a:t>
                      </a:r>
                      <a:r>
                        <a:rPr lang="en-US" sz="2400" b="0" i="0" dirty="0">
                          <a:solidFill>
                            <a:srgbClr val="AA0D91"/>
                          </a:solidFill>
                          <a:effectLst/>
                          <a:latin typeface="source-code-pro"/>
                        </a:rPr>
                        <a:t>sealed</a:t>
                      </a:r>
                      <a:r>
                        <a:rPr lang="en-US" sz="2400" b="0" i="0" dirty="0">
                          <a:solidFill>
                            <a:srgbClr val="242424"/>
                          </a:solidFill>
                          <a:effectLst/>
                          <a:latin typeface="source-code-pro"/>
                        </a:rPr>
                        <a:t> </a:t>
                      </a:r>
                      <a:r>
                        <a:rPr lang="en-US" sz="2400" b="0" i="0" dirty="0">
                          <a:solidFill>
                            <a:srgbClr val="AA0D91"/>
                          </a:solidFill>
                          <a:effectLst/>
                          <a:latin typeface="source-code-pro"/>
                        </a:rPr>
                        <a:t>class</a:t>
                      </a:r>
                      <a:r>
                        <a:rPr lang="en-US" sz="2400" b="0" i="0" dirty="0">
                          <a:solidFill>
                            <a:srgbClr val="242424"/>
                          </a:solidFill>
                          <a:effectLst/>
                          <a:latin typeface="source-code-pro"/>
                        </a:rPr>
                        <a:t> </a:t>
                      </a:r>
                      <a:r>
                        <a:rPr lang="en-US" sz="2400" b="0" i="0" dirty="0">
                          <a:solidFill>
                            <a:srgbClr val="1C00CF"/>
                          </a:solidFill>
                          <a:effectLst/>
                          <a:latin typeface="source-code-pro"/>
                        </a:rPr>
                        <a:t>Account</a:t>
                      </a:r>
                      <a:br>
                        <a:rPr lang="en-US" sz="2400" dirty="0"/>
                      </a:br>
                      <a:r>
                        <a:rPr lang="en-US" sz="2400" b="0" i="0" dirty="0">
                          <a:solidFill>
                            <a:srgbClr val="242424"/>
                          </a:solidFill>
                          <a:effectLst/>
                          <a:latin typeface="source-code-pro"/>
                        </a:rPr>
                        <a:t>{</a:t>
                      </a:r>
                      <a:br>
                        <a:rPr lang="en-US" sz="2400" dirty="0"/>
                      </a:br>
                      <a:r>
                        <a:rPr lang="en-US" sz="2400" dirty="0"/>
                        <a:t>    </a:t>
                      </a:r>
                      <a:r>
                        <a:rPr lang="en-US" sz="2400" b="0" i="0" dirty="0">
                          <a:solidFill>
                            <a:srgbClr val="AA0D91"/>
                          </a:solidFill>
                          <a:effectLst/>
                          <a:latin typeface="source-code-pro"/>
                        </a:rPr>
                        <a:t>public</a:t>
                      </a:r>
                      <a:r>
                        <a:rPr lang="en-US" sz="2400" b="0" i="0" dirty="0">
                          <a:solidFill>
                            <a:srgbClr val="242424"/>
                          </a:solidFill>
                          <a:effectLst/>
                          <a:latin typeface="source-code-pro"/>
                        </a:rPr>
                        <a:t> </a:t>
                      </a:r>
                      <a:r>
                        <a:rPr lang="en-US" sz="2400" b="0" i="0" dirty="0">
                          <a:solidFill>
                            <a:srgbClr val="5C2699"/>
                          </a:solidFill>
                          <a:effectLst/>
                          <a:latin typeface="source-code-pro"/>
                        </a:rPr>
                        <a:t>decimal</a:t>
                      </a:r>
                      <a:r>
                        <a:rPr lang="en-US" sz="2400" b="0" i="0" dirty="0">
                          <a:solidFill>
                            <a:srgbClr val="242424"/>
                          </a:solidFill>
                          <a:effectLst/>
                          <a:latin typeface="source-code-pro"/>
                        </a:rPr>
                        <a:t> Balance { </a:t>
                      </a:r>
                      <a:r>
                        <a:rPr lang="en-US" sz="2400" b="0" i="0" dirty="0">
                          <a:solidFill>
                            <a:srgbClr val="AA0D91"/>
                          </a:solidFill>
                          <a:effectLst/>
                          <a:latin typeface="source-code-pro"/>
                        </a:rPr>
                        <a:t>get</a:t>
                      </a:r>
                      <a:r>
                        <a:rPr lang="en-US" sz="2400" b="0" i="0" dirty="0">
                          <a:solidFill>
                            <a:srgbClr val="242424"/>
                          </a:solidFill>
                          <a:effectLst/>
                          <a:latin typeface="source-code-pro"/>
                        </a:rPr>
                        <a:t>; </a:t>
                      </a:r>
                      <a:r>
                        <a:rPr lang="en-US" sz="2400" b="0" i="0" dirty="0">
                          <a:solidFill>
                            <a:srgbClr val="AA0D91"/>
                          </a:solidFill>
                          <a:effectLst/>
                          <a:latin typeface="source-code-pro"/>
                        </a:rPr>
                        <a:t>set</a:t>
                      </a:r>
                      <a:r>
                        <a:rPr lang="en-US" sz="2400" b="0" i="0" dirty="0">
                          <a:solidFill>
                            <a:srgbClr val="242424"/>
                          </a:solidFill>
                          <a:effectLst/>
                          <a:latin typeface="source-code-pro"/>
                        </a:rPr>
                        <a:t>; }</a:t>
                      </a:r>
                      <a:br>
                        <a:rPr lang="en-US" sz="2400" dirty="0"/>
                      </a:br>
                      <a:r>
                        <a:rPr lang="en-US" sz="2400" b="0" i="0" dirty="0">
                          <a:solidFill>
                            <a:srgbClr val="242424"/>
                          </a:solidFill>
                          <a:effectLst/>
                          <a:latin typeface="source-code-pro"/>
                        </a:rPr>
                        <a:t>}</a:t>
                      </a:r>
                      <a:br>
                        <a:rPr lang="en-US" sz="2400" dirty="0"/>
                      </a:br>
                      <a:br>
                        <a:rPr lang="en-US" sz="2400" dirty="0"/>
                      </a:br>
                      <a:r>
                        <a:rPr lang="en-US" sz="2400" b="0" i="0" dirty="0">
                          <a:solidFill>
                            <a:srgbClr val="AA0D91"/>
                          </a:solidFill>
                          <a:effectLst/>
                          <a:latin typeface="source-code-pro"/>
                        </a:rPr>
                        <a:t>public</a:t>
                      </a:r>
                      <a:r>
                        <a:rPr lang="en-US" sz="2400" b="0" i="0" dirty="0">
                          <a:solidFill>
                            <a:srgbClr val="242424"/>
                          </a:solidFill>
                          <a:effectLst/>
                          <a:latin typeface="source-code-pro"/>
                        </a:rPr>
                        <a:t> </a:t>
                      </a:r>
                      <a:r>
                        <a:rPr lang="en-US" sz="2400" b="0" i="0" dirty="0">
                          <a:solidFill>
                            <a:srgbClr val="AA0D91"/>
                          </a:solidFill>
                          <a:effectLst/>
                          <a:latin typeface="source-code-pro"/>
                        </a:rPr>
                        <a:t>sealed</a:t>
                      </a:r>
                      <a:r>
                        <a:rPr lang="en-US" sz="2400" b="0" i="0" dirty="0">
                          <a:solidFill>
                            <a:srgbClr val="242424"/>
                          </a:solidFill>
                          <a:effectLst/>
                          <a:latin typeface="source-code-pro"/>
                        </a:rPr>
                        <a:t> </a:t>
                      </a:r>
                      <a:r>
                        <a:rPr lang="en-US" sz="2400" b="0" i="0" dirty="0">
                          <a:solidFill>
                            <a:srgbClr val="AA0D91"/>
                          </a:solidFill>
                          <a:effectLst/>
                          <a:latin typeface="source-code-pro"/>
                        </a:rPr>
                        <a:t>class</a:t>
                      </a:r>
                      <a:r>
                        <a:rPr lang="en-US" sz="2400" b="0" i="0" dirty="0">
                          <a:solidFill>
                            <a:srgbClr val="242424"/>
                          </a:solidFill>
                          <a:effectLst/>
                          <a:latin typeface="source-code-pro"/>
                        </a:rPr>
                        <a:t> </a:t>
                      </a:r>
                      <a:r>
                        <a:rPr lang="en-US" sz="2400" b="0" i="0" dirty="0" err="1">
                          <a:solidFill>
                            <a:srgbClr val="1C00CF"/>
                          </a:solidFill>
                          <a:effectLst/>
                          <a:latin typeface="source-code-pro"/>
                        </a:rPr>
                        <a:t>PaymentProccessor</a:t>
                      </a:r>
                      <a:br>
                        <a:rPr lang="en-US" sz="2400" dirty="0"/>
                      </a:br>
                      <a:r>
                        <a:rPr lang="en-US" sz="2400" b="0" i="0" dirty="0">
                          <a:solidFill>
                            <a:srgbClr val="242424"/>
                          </a:solidFill>
                          <a:effectLst/>
                          <a:latin typeface="source-code-pro"/>
                        </a:rPr>
                        <a:t>{</a:t>
                      </a:r>
                      <a:br>
                        <a:rPr lang="en-US" sz="2400" dirty="0"/>
                      </a:br>
                      <a:r>
                        <a:rPr lang="en-US" sz="2400" dirty="0"/>
                        <a:t>    </a:t>
                      </a:r>
                      <a:r>
                        <a:rPr lang="en-US" sz="2400" b="0" i="0" dirty="0">
                          <a:solidFill>
                            <a:srgbClr val="AA0D91"/>
                          </a:solidFill>
                          <a:effectLst/>
                          <a:latin typeface="source-code-pro"/>
                        </a:rPr>
                        <a:t>public</a:t>
                      </a:r>
                      <a:r>
                        <a:rPr lang="en-US" sz="2400" b="0" i="0" dirty="0">
                          <a:solidFill>
                            <a:srgbClr val="242424"/>
                          </a:solidFill>
                          <a:effectLst/>
                          <a:latin typeface="source-code-pro"/>
                        </a:rPr>
                        <a:t> </a:t>
                      </a:r>
                      <a:r>
                        <a:rPr lang="en-US" sz="2400" b="0" i="0" dirty="0">
                          <a:solidFill>
                            <a:srgbClr val="AA0D91"/>
                          </a:solidFill>
                          <a:effectLst/>
                          <a:latin typeface="source-code-pro"/>
                        </a:rPr>
                        <a:t>void</a:t>
                      </a:r>
                      <a:r>
                        <a:rPr lang="en-US" sz="2400" b="0" i="0" dirty="0">
                          <a:solidFill>
                            <a:srgbClr val="242424"/>
                          </a:solidFill>
                          <a:effectLst/>
                          <a:latin typeface="source-code-pro"/>
                        </a:rPr>
                        <a:t> </a:t>
                      </a:r>
                      <a:r>
                        <a:rPr lang="en-US" sz="2400" b="0" i="0" dirty="0">
                          <a:solidFill>
                            <a:srgbClr val="1C00CF"/>
                          </a:solidFill>
                          <a:effectLst/>
                          <a:latin typeface="source-code-pro"/>
                        </a:rPr>
                        <a:t>Payout</a:t>
                      </a:r>
                      <a:r>
                        <a:rPr lang="en-US" sz="2400" b="0" i="0" dirty="0">
                          <a:solidFill>
                            <a:srgbClr val="242424"/>
                          </a:solidFill>
                          <a:effectLst/>
                          <a:latin typeface="source-code-pro"/>
                        </a:rPr>
                        <a:t>(</a:t>
                      </a:r>
                      <a:r>
                        <a:rPr lang="en-US" sz="2400" b="0" i="0" dirty="0">
                          <a:solidFill>
                            <a:srgbClr val="5C2699"/>
                          </a:solidFill>
                          <a:effectLst/>
                          <a:latin typeface="source-code-pro"/>
                        </a:rPr>
                        <a:t>Account? account, decimal amount</a:t>
                      </a:r>
                      <a:r>
                        <a:rPr lang="en-US" sz="2400" b="0" i="0" dirty="0">
                          <a:solidFill>
                            <a:srgbClr val="242424"/>
                          </a:solidFill>
                          <a:effectLst/>
                          <a:latin typeface="source-code-pro"/>
                        </a:rPr>
                        <a:t>)</a:t>
                      </a:r>
                      <a:br>
                        <a:rPr lang="en-US" sz="2400" dirty="0"/>
                      </a:br>
                      <a:r>
                        <a:rPr lang="en-US" sz="2400" dirty="0"/>
                        <a:t>    </a:t>
                      </a:r>
                      <a:r>
                        <a:rPr lang="en-US" sz="2400" b="0" i="0" dirty="0">
                          <a:solidFill>
                            <a:srgbClr val="242424"/>
                          </a:solidFill>
                          <a:effectLst/>
                          <a:latin typeface="source-code-pro"/>
                        </a:rPr>
                        <a:t>{</a:t>
                      </a:r>
                      <a:br>
                        <a:rPr lang="en-US" sz="2400" dirty="0"/>
                      </a:br>
                      <a:r>
                        <a:rPr lang="en-US" sz="2400" dirty="0"/>
                        <a:t>        </a:t>
                      </a:r>
                      <a:r>
                        <a:rPr lang="en-US" sz="2400" b="0" i="0" dirty="0">
                          <a:solidFill>
                            <a:srgbClr val="AA0D91"/>
                          </a:solidFill>
                          <a:effectLst/>
                          <a:latin typeface="source-code-pro"/>
                        </a:rPr>
                        <a:t>if</a:t>
                      </a:r>
                      <a:r>
                        <a:rPr lang="en-US" sz="2400" b="0" i="0" dirty="0">
                          <a:solidFill>
                            <a:srgbClr val="242424"/>
                          </a:solidFill>
                          <a:effectLst/>
                          <a:latin typeface="source-code-pro"/>
                        </a:rPr>
                        <a:t>(account != </a:t>
                      </a:r>
                      <a:r>
                        <a:rPr lang="en-US" sz="2400" b="0" i="0" dirty="0">
                          <a:solidFill>
                            <a:srgbClr val="AA0D91"/>
                          </a:solidFill>
                          <a:effectLst/>
                          <a:latin typeface="source-code-pro"/>
                        </a:rPr>
                        <a:t>null</a:t>
                      </a:r>
                      <a:r>
                        <a:rPr lang="en-US" sz="2400" b="0" i="0" dirty="0">
                          <a:solidFill>
                            <a:srgbClr val="242424"/>
                          </a:solidFill>
                          <a:effectLst/>
                          <a:latin typeface="source-code-pro"/>
                        </a:rPr>
                        <a:t>)</a:t>
                      </a:r>
                      <a:br>
                        <a:rPr lang="en-US" sz="2400" dirty="0"/>
                      </a:br>
                      <a:r>
                        <a:rPr lang="en-US" sz="2400" dirty="0"/>
                        <a:t>        </a:t>
                      </a:r>
                      <a:r>
                        <a:rPr lang="en-US" sz="2400" b="0" i="0" dirty="0">
                          <a:solidFill>
                            <a:srgbClr val="242424"/>
                          </a:solidFill>
                          <a:effectLst/>
                          <a:latin typeface="source-code-pro"/>
                        </a:rPr>
                        <a:t>{</a:t>
                      </a:r>
                      <a:br>
                        <a:rPr lang="en-US" sz="2400" dirty="0"/>
                      </a:br>
                      <a:r>
                        <a:rPr lang="en-US" sz="2400" dirty="0"/>
                        <a:t>            </a:t>
                      </a:r>
                      <a:r>
                        <a:rPr lang="en-US" sz="2400" b="0" i="0" dirty="0" err="1">
                          <a:solidFill>
                            <a:srgbClr val="242424"/>
                          </a:solidFill>
                          <a:effectLst/>
                          <a:latin typeface="source-code-pro"/>
                        </a:rPr>
                        <a:t>account.Balance</a:t>
                      </a:r>
                      <a:r>
                        <a:rPr lang="en-US" sz="2400" b="0" i="0" dirty="0">
                          <a:solidFill>
                            <a:srgbClr val="242424"/>
                          </a:solidFill>
                          <a:effectLst/>
                          <a:latin typeface="source-code-pro"/>
                        </a:rPr>
                        <a:t> -= amount;</a:t>
                      </a:r>
                      <a:br>
                        <a:rPr lang="en-US" sz="2400" dirty="0"/>
                      </a:br>
                      <a:r>
                        <a:rPr lang="en-US" sz="2400" dirty="0"/>
                        <a:t>        </a:t>
                      </a:r>
                      <a:r>
                        <a:rPr lang="en-US" sz="2400" b="0" i="0" dirty="0">
                          <a:solidFill>
                            <a:srgbClr val="242424"/>
                          </a:solidFill>
                          <a:effectLst/>
                          <a:latin typeface="source-code-pro"/>
                        </a:rPr>
                        <a:t>} </a:t>
                      </a:r>
                      <a:br>
                        <a:rPr lang="en-US" sz="2400" dirty="0"/>
                      </a:br>
                      <a:r>
                        <a:rPr lang="en-US" sz="2400" dirty="0"/>
                        <a:t>    </a:t>
                      </a:r>
                      <a:r>
                        <a:rPr lang="en-US" sz="2400" b="0" i="0" dirty="0">
                          <a:solidFill>
                            <a:srgbClr val="242424"/>
                          </a:solidFill>
                          <a:effectLst/>
                          <a:latin typeface="source-code-pro"/>
                        </a:rPr>
                        <a:t>}</a:t>
                      </a:r>
                      <a:br>
                        <a:rPr lang="en-US" sz="2400" dirty="0"/>
                      </a:br>
                      <a:r>
                        <a:rPr lang="en-US" sz="2400" b="0" i="0" dirty="0">
                          <a:solidFill>
                            <a:srgbClr val="242424"/>
                          </a:solidFill>
                          <a:effectLst/>
                          <a:latin typeface="source-code-pro"/>
                        </a:rPr>
                        <a:t>}</a:t>
                      </a:r>
                      <a:endParaRPr lang="en-US" sz="2400" dirty="0"/>
                    </a:p>
                  </a:txBody>
                  <a:tcPr anchor="ctr"/>
                </a:tc>
                <a:tc>
                  <a:txBody>
                    <a:bodyPr/>
                    <a:lstStyle/>
                    <a:p>
                      <a:pPr marL="0" marR="0" lvl="0" indent="0" algn="l" defTabSz="1300262" rtl="0" eaLnBrk="1" fontAlgn="auto" latinLnBrk="0" hangingPunct="1">
                        <a:lnSpc>
                          <a:spcPct val="100000"/>
                        </a:lnSpc>
                        <a:spcBef>
                          <a:spcPts val="0"/>
                        </a:spcBef>
                        <a:spcAft>
                          <a:spcPts val="0"/>
                        </a:spcAft>
                        <a:buClrTx/>
                        <a:buSzTx/>
                        <a:buFontTx/>
                        <a:buNone/>
                        <a:tabLst/>
                        <a:defRPr/>
                      </a:pPr>
                      <a:r>
                        <a:rPr lang="en-US" sz="2400" b="0" i="0" dirty="0">
                          <a:solidFill>
                            <a:srgbClr val="AA0D91"/>
                          </a:solidFill>
                          <a:effectLst/>
                          <a:latin typeface="source-code-pro"/>
                        </a:rPr>
                        <a:t>public</a:t>
                      </a:r>
                      <a:r>
                        <a:rPr lang="en-US" sz="2400" b="0" i="0" dirty="0">
                          <a:solidFill>
                            <a:srgbClr val="242424"/>
                          </a:solidFill>
                          <a:effectLst/>
                          <a:latin typeface="source-code-pro"/>
                        </a:rPr>
                        <a:t> </a:t>
                      </a:r>
                      <a:r>
                        <a:rPr lang="en-US" sz="2400" b="0" i="0" dirty="0">
                          <a:solidFill>
                            <a:srgbClr val="AA0D91"/>
                          </a:solidFill>
                          <a:effectLst/>
                          <a:latin typeface="source-code-pro"/>
                        </a:rPr>
                        <a:t>sealed</a:t>
                      </a:r>
                      <a:r>
                        <a:rPr lang="en-US" sz="2400" b="0" i="0" dirty="0">
                          <a:solidFill>
                            <a:srgbClr val="242424"/>
                          </a:solidFill>
                          <a:effectLst/>
                          <a:latin typeface="source-code-pro"/>
                        </a:rPr>
                        <a:t> </a:t>
                      </a:r>
                      <a:r>
                        <a:rPr lang="en-US" sz="2400" b="0" i="0" dirty="0">
                          <a:solidFill>
                            <a:srgbClr val="AA0D91"/>
                          </a:solidFill>
                          <a:effectLst/>
                          <a:latin typeface="source-code-pro"/>
                        </a:rPr>
                        <a:t>class</a:t>
                      </a:r>
                      <a:r>
                        <a:rPr lang="en-US" sz="2400" b="0" i="0" dirty="0">
                          <a:solidFill>
                            <a:srgbClr val="242424"/>
                          </a:solidFill>
                          <a:effectLst/>
                          <a:latin typeface="source-code-pro"/>
                        </a:rPr>
                        <a:t> </a:t>
                      </a:r>
                      <a:r>
                        <a:rPr lang="en-US" sz="2400" b="0" i="0" dirty="0">
                          <a:solidFill>
                            <a:srgbClr val="1C00CF"/>
                          </a:solidFill>
                          <a:effectLst/>
                          <a:latin typeface="source-code-pro"/>
                        </a:rPr>
                        <a:t>Account</a:t>
                      </a:r>
                      <a:br>
                        <a:rPr lang="en-US" sz="2400" dirty="0"/>
                      </a:br>
                      <a:r>
                        <a:rPr lang="en-US" sz="2400" b="0" i="0" dirty="0">
                          <a:solidFill>
                            <a:srgbClr val="242424"/>
                          </a:solidFill>
                          <a:effectLst/>
                          <a:latin typeface="source-code-pro"/>
                        </a:rPr>
                        <a:t>{</a:t>
                      </a:r>
                      <a:br>
                        <a:rPr lang="en-US" sz="2400" dirty="0"/>
                      </a:br>
                      <a:r>
                        <a:rPr lang="en-US" sz="2400" dirty="0"/>
                        <a:t>    </a:t>
                      </a:r>
                      <a:r>
                        <a:rPr lang="en-US" sz="2400" b="0" i="0" dirty="0">
                          <a:solidFill>
                            <a:srgbClr val="AA0D91"/>
                          </a:solidFill>
                          <a:effectLst/>
                          <a:latin typeface="source-code-pro"/>
                        </a:rPr>
                        <a:t>public</a:t>
                      </a:r>
                      <a:r>
                        <a:rPr lang="en-US" sz="2400" b="0" i="0" dirty="0">
                          <a:solidFill>
                            <a:srgbClr val="242424"/>
                          </a:solidFill>
                          <a:effectLst/>
                          <a:latin typeface="source-code-pro"/>
                        </a:rPr>
                        <a:t> </a:t>
                      </a:r>
                      <a:r>
                        <a:rPr lang="en-US" sz="2400" b="0" i="0" dirty="0">
                          <a:solidFill>
                            <a:srgbClr val="5C2699"/>
                          </a:solidFill>
                          <a:effectLst/>
                          <a:latin typeface="source-code-pro"/>
                        </a:rPr>
                        <a:t>decimal</a:t>
                      </a:r>
                      <a:r>
                        <a:rPr lang="en-US" sz="2400" b="0" i="0" dirty="0">
                          <a:solidFill>
                            <a:srgbClr val="242424"/>
                          </a:solidFill>
                          <a:effectLst/>
                          <a:latin typeface="source-code-pro"/>
                        </a:rPr>
                        <a:t> Balance { </a:t>
                      </a:r>
                      <a:r>
                        <a:rPr lang="en-US" sz="2400" b="0" i="0" dirty="0">
                          <a:solidFill>
                            <a:srgbClr val="AA0D91"/>
                          </a:solidFill>
                          <a:effectLst/>
                          <a:latin typeface="source-code-pro"/>
                        </a:rPr>
                        <a:t>get</a:t>
                      </a:r>
                      <a:r>
                        <a:rPr lang="en-US" sz="2400" b="0" i="0" dirty="0">
                          <a:solidFill>
                            <a:srgbClr val="242424"/>
                          </a:solidFill>
                          <a:effectLst/>
                          <a:latin typeface="source-code-pro"/>
                        </a:rPr>
                        <a:t>; </a:t>
                      </a:r>
                      <a:r>
                        <a:rPr lang="en-US" sz="2400" b="0" i="0" dirty="0">
                          <a:solidFill>
                            <a:srgbClr val="AA0D91"/>
                          </a:solidFill>
                          <a:effectLst/>
                          <a:latin typeface="source-code-pro"/>
                        </a:rPr>
                        <a:t>set</a:t>
                      </a:r>
                      <a:r>
                        <a:rPr lang="en-US" sz="2400" b="0" i="0" dirty="0">
                          <a:solidFill>
                            <a:srgbClr val="242424"/>
                          </a:solidFill>
                          <a:effectLst/>
                          <a:latin typeface="source-code-pro"/>
                        </a:rPr>
                        <a:t>; }</a:t>
                      </a:r>
                      <a:br>
                        <a:rPr lang="en-US" sz="2400" dirty="0"/>
                      </a:br>
                      <a:r>
                        <a:rPr lang="en-US" sz="2400" b="0" i="0" dirty="0">
                          <a:solidFill>
                            <a:srgbClr val="242424"/>
                          </a:solidFill>
                          <a:effectLst/>
                          <a:latin typeface="source-code-pro"/>
                        </a:rPr>
                        <a:t>}</a:t>
                      </a:r>
                      <a:br>
                        <a:rPr lang="en-US" sz="2400" dirty="0"/>
                      </a:br>
                      <a:br>
                        <a:rPr lang="en-US" sz="2400" dirty="0"/>
                      </a:br>
                      <a:r>
                        <a:rPr lang="en-US" sz="2400" b="0" i="0" dirty="0">
                          <a:solidFill>
                            <a:srgbClr val="AA0D91"/>
                          </a:solidFill>
                          <a:effectLst/>
                          <a:latin typeface="source-code-pro"/>
                        </a:rPr>
                        <a:t>public</a:t>
                      </a:r>
                      <a:r>
                        <a:rPr lang="en-US" sz="2400" b="0" i="0" dirty="0">
                          <a:solidFill>
                            <a:srgbClr val="242424"/>
                          </a:solidFill>
                          <a:effectLst/>
                          <a:latin typeface="source-code-pro"/>
                        </a:rPr>
                        <a:t> </a:t>
                      </a:r>
                      <a:r>
                        <a:rPr lang="en-US" sz="2400" b="0" i="0" dirty="0">
                          <a:solidFill>
                            <a:srgbClr val="AA0D91"/>
                          </a:solidFill>
                          <a:effectLst/>
                          <a:latin typeface="source-code-pro"/>
                        </a:rPr>
                        <a:t>sealed</a:t>
                      </a:r>
                      <a:r>
                        <a:rPr lang="en-US" sz="2400" b="0" i="0" dirty="0">
                          <a:solidFill>
                            <a:srgbClr val="242424"/>
                          </a:solidFill>
                          <a:effectLst/>
                          <a:latin typeface="source-code-pro"/>
                        </a:rPr>
                        <a:t> </a:t>
                      </a:r>
                      <a:r>
                        <a:rPr lang="en-US" sz="2400" b="0" i="0" dirty="0">
                          <a:solidFill>
                            <a:srgbClr val="AA0D91"/>
                          </a:solidFill>
                          <a:effectLst/>
                          <a:latin typeface="source-code-pro"/>
                        </a:rPr>
                        <a:t>class</a:t>
                      </a:r>
                      <a:r>
                        <a:rPr lang="en-US" sz="2400" b="0" i="0" dirty="0">
                          <a:solidFill>
                            <a:srgbClr val="242424"/>
                          </a:solidFill>
                          <a:effectLst/>
                          <a:latin typeface="source-code-pro"/>
                        </a:rPr>
                        <a:t> </a:t>
                      </a:r>
                      <a:r>
                        <a:rPr lang="en-US" sz="2400" b="0" i="0" dirty="0" err="1">
                          <a:solidFill>
                            <a:srgbClr val="1C00CF"/>
                          </a:solidFill>
                          <a:effectLst/>
                          <a:latin typeface="source-code-pro"/>
                        </a:rPr>
                        <a:t>PaymentProccessor</a:t>
                      </a:r>
                      <a:br>
                        <a:rPr lang="en-US" sz="2400" dirty="0"/>
                      </a:br>
                      <a:r>
                        <a:rPr lang="en-US" sz="2400" b="0" i="0" dirty="0">
                          <a:solidFill>
                            <a:srgbClr val="242424"/>
                          </a:solidFill>
                          <a:effectLst/>
                          <a:latin typeface="source-code-pro"/>
                        </a:rPr>
                        <a:t>{</a:t>
                      </a:r>
                      <a:br>
                        <a:rPr lang="en-US" sz="2400" dirty="0"/>
                      </a:br>
                      <a:r>
                        <a:rPr lang="en-US" sz="2400" dirty="0"/>
                        <a:t>    </a:t>
                      </a:r>
                      <a:r>
                        <a:rPr lang="en-US" sz="2400" b="0" i="0" dirty="0">
                          <a:solidFill>
                            <a:srgbClr val="AA0D91"/>
                          </a:solidFill>
                          <a:effectLst/>
                          <a:latin typeface="source-code-pro"/>
                        </a:rPr>
                        <a:t>public</a:t>
                      </a:r>
                      <a:r>
                        <a:rPr lang="en-US" sz="2400" b="0" i="0" dirty="0">
                          <a:solidFill>
                            <a:srgbClr val="242424"/>
                          </a:solidFill>
                          <a:effectLst/>
                          <a:latin typeface="source-code-pro"/>
                        </a:rPr>
                        <a:t> </a:t>
                      </a:r>
                      <a:r>
                        <a:rPr lang="en-US" sz="2400" b="0" i="0" dirty="0">
                          <a:solidFill>
                            <a:srgbClr val="AA0D91"/>
                          </a:solidFill>
                          <a:effectLst/>
                          <a:latin typeface="source-code-pro"/>
                        </a:rPr>
                        <a:t>void</a:t>
                      </a:r>
                      <a:r>
                        <a:rPr lang="en-US" sz="2400" b="0" i="0" dirty="0">
                          <a:solidFill>
                            <a:srgbClr val="242424"/>
                          </a:solidFill>
                          <a:effectLst/>
                          <a:latin typeface="source-code-pro"/>
                        </a:rPr>
                        <a:t> </a:t>
                      </a:r>
                      <a:r>
                        <a:rPr lang="en-US" sz="2400" b="0" i="0" dirty="0">
                          <a:solidFill>
                            <a:srgbClr val="1C00CF"/>
                          </a:solidFill>
                          <a:effectLst/>
                          <a:latin typeface="source-code-pro"/>
                        </a:rPr>
                        <a:t>Payout</a:t>
                      </a:r>
                      <a:r>
                        <a:rPr lang="en-US" sz="2400" b="0" i="0" dirty="0">
                          <a:solidFill>
                            <a:srgbClr val="242424"/>
                          </a:solidFill>
                          <a:effectLst/>
                          <a:latin typeface="source-code-pro"/>
                        </a:rPr>
                        <a:t>(</a:t>
                      </a:r>
                      <a:r>
                        <a:rPr lang="en-US" sz="2400" b="0" i="0" dirty="0">
                          <a:solidFill>
                            <a:srgbClr val="5C2699"/>
                          </a:solidFill>
                          <a:effectLst/>
                          <a:latin typeface="source-code-pro"/>
                        </a:rPr>
                        <a:t>Account? account, decimal amount</a:t>
                      </a:r>
                      <a:r>
                        <a:rPr lang="en-US" sz="2400" b="0" i="0" dirty="0">
                          <a:solidFill>
                            <a:srgbClr val="242424"/>
                          </a:solidFill>
                          <a:effectLst/>
                          <a:latin typeface="source-code-pro"/>
                        </a:rPr>
                        <a:t>)</a:t>
                      </a:r>
                      <a:br>
                        <a:rPr lang="en-US" sz="2400" dirty="0"/>
                      </a:br>
                      <a:r>
                        <a:rPr lang="en-US" sz="2400" dirty="0"/>
                        <a:t>    </a:t>
                      </a:r>
                      <a:r>
                        <a:rPr lang="en-US" sz="2400" b="0" i="0" dirty="0">
                          <a:solidFill>
                            <a:srgbClr val="242424"/>
                          </a:solidFill>
                          <a:effectLst/>
                          <a:latin typeface="source-code-pro"/>
                        </a:rPr>
                        <a:t>{</a:t>
                      </a:r>
                      <a:br>
                        <a:rPr lang="en-US" sz="2400" dirty="0"/>
                      </a:br>
                      <a:r>
                        <a:rPr lang="en-US" sz="2400" dirty="0"/>
                        <a:t>        </a:t>
                      </a:r>
                      <a:r>
                        <a:rPr lang="en-US" sz="2400" b="0" i="0" dirty="0" err="1">
                          <a:solidFill>
                            <a:srgbClr val="242424"/>
                          </a:solidFill>
                          <a:effectLst/>
                          <a:latin typeface="source-code-pro"/>
                        </a:rPr>
                        <a:t>account?.Balance</a:t>
                      </a:r>
                      <a:r>
                        <a:rPr lang="en-US" sz="2400" b="0" i="0" dirty="0">
                          <a:solidFill>
                            <a:srgbClr val="242424"/>
                          </a:solidFill>
                          <a:effectLst/>
                          <a:latin typeface="source-code-pro"/>
                        </a:rPr>
                        <a:t> -= amount;</a:t>
                      </a:r>
                      <a:br>
                        <a:rPr lang="en-US" sz="2400" dirty="0"/>
                      </a:br>
                      <a:r>
                        <a:rPr lang="en-US" sz="2400" dirty="0"/>
                        <a:t>    </a:t>
                      </a:r>
                      <a:r>
                        <a:rPr lang="en-US" sz="2400" b="0" i="0" dirty="0">
                          <a:solidFill>
                            <a:srgbClr val="242424"/>
                          </a:solidFill>
                          <a:effectLst/>
                          <a:latin typeface="source-code-pro"/>
                        </a:rPr>
                        <a:t>}</a:t>
                      </a:r>
                      <a:br>
                        <a:rPr lang="en-US" sz="2400" dirty="0"/>
                      </a:br>
                      <a:r>
                        <a:rPr lang="en-US" sz="2400" b="0" i="0" dirty="0">
                          <a:solidFill>
                            <a:srgbClr val="242424"/>
                          </a:solidFill>
                          <a:effectLst/>
                          <a:latin typeface="source-code-pro"/>
                        </a:rPr>
                        <a:t>}</a:t>
                      </a:r>
                      <a:endParaRPr lang="en-US" sz="2400" dirty="0"/>
                    </a:p>
                  </a:txBody>
                  <a:tcPr/>
                </a:tc>
                <a:extLst>
                  <a:ext uri="{0D108BD9-81ED-4DB2-BD59-A6C34878D82A}">
                    <a16:rowId xmlns:a16="http://schemas.microsoft.com/office/drawing/2014/main" val="3661230587"/>
                  </a:ext>
                </a:extLst>
              </a:tr>
            </a:tbl>
          </a:graphicData>
        </a:graphic>
      </p:graphicFrame>
    </p:spTree>
    <p:extLst>
      <p:ext uri="{BB962C8B-B14F-4D97-AF65-F5344CB8AC3E}">
        <p14:creationId xmlns:p14="http://schemas.microsoft.com/office/powerpoint/2010/main" val="42600659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89DA4-BD0C-8FEE-ED64-47D2E7F646D8}"/>
              </a:ext>
            </a:extLst>
          </p:cNvPr>
          <p:cNvSpPr>
            <a:spLocks noGrp="1"/>
          </p:cNvSpPr>
          <p:nvPr>
            <p:ph type="title"/>
          </p:nvPr>
        </p:nvSpPr>
        <p:spPr>
          <a:xfrm>
            <a:off x="1440000" y="1080001"/>
            <a:ext cx="12817020" cy="896438"/>
          </a:xfrm>
        </p:spPr>
        <p:txBody>
          <a:bodyPr/>
          <a:lstStyle/>
          <a:p>
            <a:r>
              <a:rPr lang="en-US" dirty="0"/>
              <a:t>C# 14 – </a:t>
            </a:r>
            <a:r>
              <a:rPr lang="en-US" dirty="0" err="1"/>
              <a:t>nameof</a:t>
            </a:r>
            <a:r>
              <a:rPr lang="en-US" dirty="0"/>
              <a:t> supports unbound generic types</a:t>
            </a:r>
          </a:p>
        </p:txBody>
      </p:sp>
      <p:sp>
        <p:nvSpPr>
          <p:cNvPr id="3" name="Slide Number Placeholder 2">
            <a:extLst>
              <a:ext uri="{FF2B5EF4-FFF2-40B4-BE49-F238E27FC236}">
                <a16:creationId xmlns:a16="http://schemas.microsoft.com/office/drawing/2014/main" id="{0EF42794-97D4-C027-10B5-801C93650F6E}"/>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11</a:t>
            </a:fld>
            <a:endParaRPr lang="en-RU" dirty="0"/>
          </a:p>
        </p:txBody>
      </p:sp>
      <p:graphicFrame>
        <p:nvGraphicFramePr>
          <p:cNvPr id="6" name="Table 5">
            <a:extLst>
              <a:ext uri="{FF2B5EF4-FFF2-40B4-BE49-F238E27FC236}">
                <a16:creationId xmlns:a16="http://schemas.microsoft.com/office/drawing/2014/main" id="{BD5470E2-A87B-8388-8F34-CC4AD64EBD67}"/>
              </a:ext>
            </a:extLst>
          </p:cNvPr>
          <p:cNvGraphicFramePr>
            <a:graphicFrameLocks noGrp="1"/>
          </p:cNvGraphicFramePr>
          <p:nvPr>
            <p:extLst>
              <p:ext uri="{D42A27DB-BD31-4B8C-83A1-F6EECF244321}">
                <p14:modId xmlns:p14="http://schemas.microsoft.com/office/powerpoint/2010/main" val="3928874429"/>
              </p:ext>
            </p:extLst>
          </p:nvPr>
        </p:nvGraphicFramePr>
        <p:xfrm>
          <a:off x="1441450" y="3320859"/>
          <a:ext cx="15405100" cy="4947031"/>
        </p:xfrm>
        <a:graphic>
          <a:graphicData uri="http://schemas.openxmlformats.org/drawingml/2006/table">
            <a:tbl>
              <a:tblPr firstRow="1" bandRow="1"/>
              <a:tblGrid>
                <a:gridCol w="7702550">
                  <a:extLst>
                    <a:ext uri="{9D8B030D-6E8A-4147-A177-3AD203B41FA5}">
                      <a16:colId xmlns:a16="http://schemas.microsoft.com/office/drawing/2014/main" val="1113520668"/>
                    </a:ext>
                  </a:extLst>
                </a:gridCol>
                <a:gridCol w="7702550">
                  <a:extLst>
                    <a:ext uri="{9D8B030D-6E8A-4147-A177-3AD203B41FA5}">
                      <a16:colId xmlns:a16="http://schemas.microsoft.com/office/drawing/2014/main" val="1851745915"/>
                    </a:ext>
                  </a:extLst>
                </a:gridCol>
              </a:tblGrid>
              <a:tr h="1116584">
                <a:tc>
                  <a:txBody>
                    <a:bodyPr/>
                    <a:lstStyle/>
                    <a:p>
                      <a:pPr marL="0" algn="l" rtl="0" eaLnBrk="1" fontAlgn="ctr" latinLnBrk="0" hangingPunct="1">
                        <a:spcBef>
                          <a:spcPts val="0"/>
                        </a:spcBef>
                        <a:spcAft>
                          <a:spcPts val="0"/>
                        </a:spcAft>
                      </a:pPr>
                      <a:r>
                        <a:rPr lang="en-US" sz="2560" b="1" i="0" u="none" strike="noStrike" kern="1200" dirty="0">
                          <a:solidFill>
                            <a:srgbClr val="FFFFFF"/>
                          </a:solidFill>
                          <a:effectLst/>
                          <a:latin typeface="DA_FuturaPT Book" panose="020B0502020204020303" pitchFamily="34" charset="0"/>
                        </a:rPr>
                        <a:t>Before</a:t>
                      </a:r>
                      <a:endParaRPr lang="en-US" sz="1800" b="0" i="0" u="none" strike="noStrike" dirty="0">
                        <a:effectLst/>
                        <a:latin typeface="Arial" panose="020B0604020202020204" pitchFamily="34"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70529F"/>
                    </a:solidFill>
                  </a:tcPr>
                </a:tc>
                <a:tc>
                  <a:txBody>
                    <a:bodyPr/>
                    <a:lstStyle/>
                    <a:p>
                      <a:pPr marL="0" algn="l" rtl="0" eaLnBrk="1" fontAlgn="ctr" latinLnBrk="0" hangingPunct="1">
                        <a:spcBef>
                          <a:spcPts val="0"/>
                        </a:spcBef>
                        <a:spcAft>
                          <a:spcPts val="0"/>
                        </a:spcAft>
                      </a:pPr>
                      <a:r>
                        <a:rPr lang="en-US" sz="2560" b="1" i="0" u="none" strike="noStrike" kern="1200">
                          <a:solidFill>
                            <a:srgbClr val="FFFFFF"/>
                          </a:solidFill>
                          <a:effectLst/>
                          <a:latin typeface="DA_FuturaPT Book" panose="020B0502020204020303" pitchFamily="34" charset="0"/>
                        </a:rPr>
                        <a:t>After</a:t>
                      </a:r>
                      <a:endParaRPr lang="en-US" sz="1800" b="0" i="0" u="none" strike="noStrike">
                        <a:effectLst/>
                        <a:latin typeface="Arial" panose="020B0604020202020204" pitchFamily="34"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70529F"/>
                    </a:solidFill>
                  </a:tcPr>
                </a:tc>
                <a:extLst>
                  <a:ext uri="{0D108BD9-81ED-4DB2-BD59-A6C34878D82A}">
                    <a16:rowId xmlns:a16="http://schemas.microsoft.com/office/drawing/2014/main" val="3108310973"/>
                  </a:ext>
                </a:extLst>
              </a:tr>
              <a:tr h="3830447">
                <a:tc>
                  <a:txBody>
                    <a:bodyPr/>
                    <a:lstStyle/>
                    <a:p>
                      <a:pPr rtl="0" eaLnBrk="1" latinLnBrk="0" hangingPunct="1"/>
                      <a:r>
                        <a:rPr lang="en-US" sz="2560" b="0" i="0" kern="1200" dirty="0" err="1">
                          <a:solidFill>
                            <a:schemeClr val="tx1"/>
                          </a:solidFill>
                          <a:effectLst/>
                          <a:latin typeface="+mn-lt"/>
                          <a:ea typeface="+mn-ea"/>
                          <a:cs typeface="+mn-cs"/>
                        </a:rPr>
                        <a:t>Console.WriteLine</a:t>
                      </a:r>
                      <a:r>
                        <a:rPr lang="en-US" sz="2560" b="0" i="0" kern="1200" dirty="0">
                          <a:solidFill>
                            <a:schemeClr val="tx1"/>
                          </a:solidFill>
                          <a:effectLst/>
                          <a:latin typeface="+mn-lt"/>
                          <a:ea typeface="+mn-ea"/>
                          <a:cs typeface="+mn-cs"/>
                        </a:rPr>
                        <a:t>(</a:t>
                      </a:r>
                      <a:r>
                        <a:rPr lang="en-US" sz="2560" b="0" i="0" kern="1200" dirty="0" err="1">
                          <a:solidFill>
                            <a:schemeClr val="tx1"/>
                          </a:solidFill>
                          <a:effectLst/>
                          <a:latin typeface="+mn-lt"/>
                          <a:ea typeface="+mn-ea"/>
                          <a:cs typeface="+mn-cs"/>
                        </a:rPr>
                        <a:t>nameof</a:t>
                      </a:r>
                      <a:r>
                        <a:rPr lang="en-US" sz="2560" b="0" i="0" kern="1200" dirty="0">
                          <a:solidFill>
                            <a:schemeClr val="tx1"/>
                          </a:solidFill>
                          <a:effectLst/>
                          <a:latin typeface="+mn-lt"/>
                          <a:ea typeface="+mn-ea"/>
                          <a:cs typeface="+mn-cs"/>
                        </a:rPr>
                        <a:t>(List&lt;int&gt;)); // "List"</a:t>
                      </a:r>
                    </a:p>
                    <a:p>
                      <a:pPr rtl="0" eaLnBrk="1" latinLnBrk="0" hangingPunct="1"/>
                      <a:r>
                        <a:rPr lang="en-US" sz="2560" b="0" i="0" kern="1200" dirty="0" err="1">
                          <a:solidFill>
                            <a:schemeClr val="tx1"/>
                          </a:solidFill>
                          <a:effectLst/>
                          <a:latin typeface="+mn-lt"/>
                          <a:ea typeface="+mn-ea"/>
                          <a:cs typeface="+mn-cs"/>
                        </a:rPr>
                        <a:t>Console.WriteLine</a:t>
                      </a:r>
                      <a:r>
                        <a:rPr lang="en-US" sz="2560" b="0" i="0" kern="1200" dirty="0">
                          <a:solidFill>
                            <a:schemeClr val="tx1"/>
                          </a:solidFill>
                          <a:effectLst/>
                          <a:latin typeface="+mn-lt"/>
                          <a:ea typeface="+mn-ea"/>
                          <a:cs typeface="+mn-cs"/>
                        </a:rPr>
                        <a:t>(</a:t>
                      </a:r>
                      <a:r>
                        <a:rPr lang="en-US" sz="2560" b="0" i="0" kern="1200" dirty="0" err="1">
                          <a:solidFill>
                            <a:schemeClr val="tx1"/>
                          </a:solidFill>
                          <a:effectLst/>
                          <a:latin typeface="+mn-lt"/>
                          <a:ea typeface="+mn-ea"/>
                          <a:cs typeface="+mn-cs"/>
                        </a:rPr>
                        <a:t>nameof</a:t>
                      </a:r>
                      <a:r>
                        <a:rPr lang="en-US" sz="2560" b="0" i="0" kern="1200" dirty="0">
                          <a:solidFill>
                            <a:schemeClr val="tx1"/>
                          </a:solidFill>
                          <a:effectLst/>
                          <a:latin typeface="+mn-lt"/>
                          <a:ea typeface="+mn-ea"/>
                          <a:cs typeface="+mn-cs"/>
                        </a:rPr>
                        <a:t>(Dictionary&lt;int, string&gt;)); // "Dictionary"</a:t>
                      </a: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5D0DF"/>
                    </a:solidFill>
                  </a:tcPr>
                </a:tc>
                <a:tc>
                  <a:txBody>
                    <a:bodyPr/>
                    <a:lstStyle/>
                    <a:p>
                      <a:pPr rtl="0" eaLnBrk="1" latinLnBrk="0" hangingPunct="1"/>
                      <a:r>
                        <a:rPr lang="en-US" sz="2560" b="0" i="0" kern="1200" dirty="0" err="1">
                          <a:solidFill>
                            <a:schemeClr val="tx1"/>
                          </a:solidFill>
                          <a:effectLst/>
                          <a:latin typeface="+mn-lt"/>
                          <a:ea typeface="+mn-ea"/>
                          <a:cs typeface="+mn-cs"/>
                        </a:rPr>
                        <a:t>Console.WriteLine</a:t>
                      </a:r>
                      <a:r>
                        <a:rPr lang="en-US" sz="2560" b="0" i="0" kern="1200" dirty="0">
                          <a:solidFill>
                            <a:schemeClr val="tx1"/>
                          </a:solidFill>
                          <a:effectLst/>
                          <a:latin typeface="+mn-lt"/>
                          <a:ea typeface="+mn-ea"/>
                          <a:cs typeface="+mn-cs"/>
                        </a:rPr>
                        <a:t>(</a:t>
                      </a:r>
                      <a:r>
                        <a:rPr lang="en-US" sz="2560" b="0" i="0" kern="1200" dirty="0" err="1">
                          <a:solidFill>
                            <a:schemeClr val="tx1"/>
                          </a:solidFill>
                          <a:effectLst/>
                          <a:latin typeface="+mn-lt"/>
                          <a:ea typeface="+mn-ea"/>
                          <a:cs typeface="+mn-cs"/>
                        </a:rPr>
                        <a:t>nameof</a:t>
                      </a:r>
                      <a:r>
                        <a:rPr lang="en-US" sz="2560" b="0" i="0" kern="1200" dirty="0">
                          <a:solidFill>
                            <a:schemeClr val="tx1"/>
                          </a:solidFill>
                          <a:effectLst/>
                          <a:latin typeface="+mn-lt"/>
                          <a:ea typeface="+mn-ea"/>
                          <a:cs typeface="+mn-cs"/>
                        </a:rPr>
                        <a:t>(List&lt;&gt;)); // "List"</a:t>
                      </a:r>
                      <a:endParaRPr lang="en-US" sz="1800" dirty="0">
                        <a:effectLst/>
                      </a:endParaRPr>
                    </a:p>
                    <a:p>
                      <a:pPr rtl="0" eaLnBrk="1" latinLnBrk="0" hangingPunct="1"/>
                      <a:r>
                        <a:rPr lang="en-US" sz="2560" b="0" i="0" kern="1200" dirty="0" err="1">
                          <a:solidFill>
                            <a:schemeClr val="tx1"/>
                          </a:solidFill>
                          <a:effectLst/>
                          <a:latin typeface="+mn-lt"/>
                          <a:ea typeface="+mn-ea"/>
                          <a:cs typeface="+mn-cs"/>
                        </a:rPr>
                        <a:t>Console.WriteLine</a:t>
                      </a:r>
                      <a:r>
                        <a:rPr lang="en-US" sz="2560" b="0" i="0" kern="1200" dirty="0">
                          <a:solidFill>
                            <a:schemeClr val="tx1"/>
                          </a:solidFill>
                          <a:effectLst/>
                          <a:latin typeface="+mn-lt"/>
                          <a:ea typeface="+mn-ea"/>
                          <a:cs typeface="+mn-cs"/>
                        </a:rPr>
                        <a:t>(</a:t>
                      </a:r>
                      <a:r>
                        <a:rPr lang="en-US" sz="2560" b="0" i="0" kern="1200" dirty="0" err="1">
                          <a:solidFill>
                            <a:schemeClr val="tx1"/>
                          </a:solidFill>
                          <a:effectLst/>
                          <a:latin typeface="+mn-lt"/>
                          <a:ea typeface="+mn-ea"/>
                          <a:cs typeface="+mn-cs"/>
                        </a:rPr>
                        <a:t>nameof</a:t>
                      </a:r>
                      <a:r>
                        <a:rPr lang="en-US" sz="2560" b="0" i="0" kern="1200" dirty="0">
                          <a:solidFill>
                            <a:schemeClr val="tx1"/>
                          </a:solidFill>
                          <a:effectLst/>
                          <a:latin typeface="+mn-lt"/>
                          <a:ea typeface="+mn-ea"/>
                          <a:cs typeface="+mn-cs"/>
                        </a:rPr>
                        <a:t>(Dictionary&lt;,&gt;)); // "Dictionary"</a:t>
                      </a:r>
                      <a:endParaRPr lang="en-US" sz="1800" dirty="0">
                        <a:effectLst/>
                      </a:endParaRPr>
                    </a:p>
                    <a:p>
                      <a:pPr marL="0" marR="0" indent="0" algn="l" rtl="0" eaLnBrk="1" fontAlgn="auto" latinLnBrk="0" hangingPunct="1">
                        <a:spcBef>
                          <a:spcPts val="0"/>
                        </a:spcBef>
                        <a:spcAft>
                          <a:spcPts val="0"/>
                        </a:spcAft>
                      </a:pPr>
                      <a:endParaRPr lang="en-US" sz="1800" b="0" i="0" u="none" strike="noStrike" dirty="0">
                        <a:effectLst/>
                        <a:latin typeface="Arial" panose="020B0604020202020204" pitchFamily="34"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5D0DF"/>
                    </a:solidFill>
                  </a:tcPr>
                </a:tc>
                <a:extLst>
                  <a:ext uri="{0D108BD9-81ED-4DB2-BD59-A6C34878D82A}">
                    <a16:rowId xmlns:a16="http://schemas.microsoft.com/office/drawing/2014/main" val="3897288911"/>
                  </a:ext>
                </a:extLst>
              </a:tr>
            </a:tbl>
          </a:graphicData>
        </a:graphic>
      </p:graphicFrame>
      <p:sp>
        <p:nvSpPr>
          <p:cNvPr id="8" name="TextBox 7">
            <a:extLst>
              <a:ext uri="{FF2B5EF4-FFF2-40B4-BE49-F238E27FC236}">
                <a16:creationId xmlns:a16="http://schemas.microsoft.com/office/drawing/2014/main" id="{E0FE8D0C-64A4-4D2E-12FC-5C459F47EF75}"/>
              </a:ext>
            </a:extLst>
          </p:cNvPr>
          <p:cNvSpPr txBox="1"/>
          <p:nvPr/>
        </p:nvSpPr>
        <p:spPr>
          <a:xfrm>
            <a:off x="1440000" y="2384999"/>
            <a:ext cx="15405100" cy="523220"/>
          </a:xfrm>
          <a:prstGeom prst="rect">
            <a:avLst/>
          </a:prstGeom>
          <a:noFill/>
        </p:spPr>
        <p:txBody>
          <a:bodyPr wrap="square">
            <a:spAutoFit/>
          </a:bodyPr>
          <a:lstStyle/>
          <a:p>
            <a:pPr rtl="0" eaLnBrk="1" latinLnBrk="0" hangingPunct="1"/>
            <a:r>
              <a:rPr lang="en-US" sz="2800" b="0" i="0" kern="1200" dirty="0">
                <a:solidFill>
                  <a:schemeClr val="tx1"/>
                </a:solidFill>
                <a:effectLst/>
                <a:latin typeface="+mn-lt"/>
                <a:ea typeface="+mn-ea"/>
                <a:cs typeface="+mn-cs"/>
              </a:rPr>
              <a:t>You can pass an unbound generic type to </a:t>
            </a:r>
            <a:r>
              <a:rPr lang="en-US" sz="2800" b="0" i="0" kern="1200" dirty="0" err="1">
                <a:solidFill>
                  <a:schemeClr val="tx1"/>
                </a:solidFill>
                <a:effectLst/>
                <a:latin typeface="+mn-lt"/>
                <a:ea typeface="+mn-ea"/>
                <a:cs typeface="+mn-cs"/>
              </a:rPr>
              <a:t>nameof</a:t>
            </a:r>
            <a:r>
              <a:rPr lang="en-US" sz="2800" b="0" i="0" kern="1200" dirty="0">
                <a:solidFill>
                  <a:schemeClr val="tx1"/>
                </a:solidFill>
                <a:effectLst/>
                <a:latin typeface="+mn-lt"/>
                <a:ea typeface="+mn-ea"/>
                <a:cs typeface="+mn-cs"/>
              </a:rPr>
              <a:t>. Great for diagnostics, analyzers, and source generators.</a:t>
            </a:r>
            <a:endParaRPr lang="en-US" sz="2000" dirty="0">
              <a:effectLst/>
            </a:endParaRPr>
          </a:p>
        </p:txBody>
      </p:sp>
    </p:spTree>
    <p:extLst>
      <p:ext uri="{BB962C8B-B14F-4D97-AF65-F5344CB8AC3E}">
        <p14:creationId xmlns:p14="http://schemas.microsoft.com/office/powerpoint/2010/main" val="21377273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A64937-BDF0-C5D7-768F-4625B4286AD3}"/>
              </a:ext>
            </a:extLst>
          </p:cNvPr>
          <p:cNvSpPr>
            <a:spLocks noGrp="1"/>
          </p:cNvSpPr>
          <p:nvPr>
            <p:ph type="title"/>
          </p:nvPr>
        </p:nvSpPr>
        <p:spPr>
          <a:xfrm>
            <a:off x="1440000" y="1080001"/>
            <a:ext cx="13167540" cy="896438"/>
          </a:xfrm>
        </p:spPr>
        <p:txBody>
          <a:bodyPr/>
          <a:lstStyle/>
          <a:p>
            <a:r>
              <a:rPr lang="en-US" dirty="0"/>
              <a:t>C# 14 – Simple lambda parameters with modifiers</a:t>
            </a:r>
          </a:p>
        </p:txBody>
      </p:sp>
      <p:sp>
        <p:nvSpPr>
          <p:cNvPr id="3" name="Slide Number Placeholder 2">
            <a:extLst>
              <a:ext uri="{FF2B5EF4-FFF2-40B4-BE49-F238E27FC236}">
                <a16:creationId xmlns:a16="http://schemas.microsoft.com/office/drawing/2014/main" id="{6C57CD5F-1EA3-70A7-3817-4ED49B25C0CB}"/>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12</a:t>
            </a:fld>
            <a:endParaRPr lang="en-RU" dirty="0"/>
          </a:p>
        </p:txBody>
      </p:sp>
      <p:graphicFrame>
        <p:nvGraphicFramePr>
          <p:cNvPr id="8" name="Table 7">
            <a:extLst>
              <a:ext uri="{FF2B5EF4-FFF2-40B4-BE49-F238E27FC236}">
                <a16:creationId xmlns:a16="http://schemas.microsoft.com/office/drawing/2014/main" id="{AB7D934D-2309-F2C7-585E-D43A6BDB7C5E}"/>
              </a:ext>
            </a:extLst>
          </p:cNvPr>
          <p:cNvGraphicFramePr>
            <a:graphicFrameLocks noGrp="1"/>
          </p:cNvGraphicFramePr>
          <p:nvPr>
            <p:extLst>
              <p:ext uri="{D42A27DB-BD31-4B8C-83A1-F6EECF244321}">
                <p14:modId xmlns:p14="http://schemas.microsoft.com/office/powerpoint/2010/main" val="2602728124"/>
              </p:ext>
            </p:extLst>
          </p:nvPr>
        </p:nvGraphicFramePr>
        <p:xfrm>
          <a:off x="1441450" y="3320859"/>
          <a:ext cx="15405100" cy="4947031"/>
        </p:xfrm>
        <a:graphic>
          <a:graphicData uri="http://schemas.openxmlformats.org/drawingml/2006/table">
            <a:tbl>
              <a:tblPr firstRow="1" bandRow="1"/>
              <a:tblGrid>
                <a:gridCol w="7702550">
                  <a:extLst>
                    <a:ext uri="{9D8B030D-6E8A-4147-A177-3AD203B41FA5}">
                      <a16:colId xmlns:a16="http://schemas.microsoft.com/office/drawing/2014/main" val="1113520668"/>
                    </a:ext>
                  </a:extLst>
                </a:gridCol>
                <a:gridCol w="7702550">
                  <a:extLst>
                    <a:ext uri="{9D8B030D-6E8A-4147-A177-3AD203B41FA5}">
                      <a16:colId xmlns:a16="http://schemas.microsoft.com/office/drawing/2014/main" val="1851745915"/>
                    </a:ext>
                  </a:extLst>
                </a:gridCol>
              </a:tblGrid>
              <a:tr h="1116584">
                <a:tc>
                  <a:txBody>
                    <a:bodyPr/>
                    <a:lstStyle/>
                    <a:p>
                      <a:pPr marL="0" algn="l" rtl="0" eaLnBrk="1" fontAlgn="ctr" latinLnBrk="0" hangingPunct="1">
                        <a:spcBef>
                          <a:spcPts val="0"/>
                        </a:spcBef>
                        <a:spcAft>
                          <a:spcPts val="0"/>
                        </a:spcAft>
                      </a:pPr>
                      <a:r>
                        <a:rPr lang="en-US" sz="2560" b="1" i="0" u="none" strike="noStrike" kern="1200" dirty="0">
                          <a:solidFill>
                            <a:srgbClr val="FFFFFF"/>
                          </a:solidFill>
                          <a:effectLst/>
                          <a:latin typeface="DA_FuturaPT Book" panose="020B0502020204020303" pitchFamily="34" charset="0"/>
                        </a:rPr>
                        <a:t>Before</a:t>
                      </a:r>
                      <a:endParaRPr lang="en-US" sz="1800" b="0" i="0" u="none" strike="noStrike" dirty="0">
                        <a:effectLst/>
                        <a:latin typeface="Arial" panose="020B0604020202020204" pitchFamily="34"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70529F"/>
                    </a:solidFill>
                  </a:tcPr>
                </a:tc>
                <a:tc>
                  <a:txBody>
                    <a:bodyPr/>
                    <a:lstStyle/>
                    <a:p>
                      <a:pPr marL="0" algn="l" rtl="0" eaLnBrk="1" fontAlgn="ctr" latinLnBrk="0" hangingPunct="1">
                        <a:spcBef>
                          <a:spcPts val="0"/>
                        </a:spcBef>
                        <a:spcAft>
                          <a:spcPts val="0"/>
                        </a:spcAft>
                      </a:pPr>
                      <a:r>
                        <a:rPr lang="en-US" sz="2560" b="1" i="0" u="none" strike="noStrike" kern="1200">
                          <a:solidFill>
                            <a:srgbClr val="FFFFFF"/>
                          </a:solidFill>
                          <a:effectLst/>
                          <a:latin typeface="DA_FuturaPT Book" panose="020B0502020204020303" pitchFamily="34" charset="0"/>
                        </a:rPr>
                        <a:t>After</a:t>
                      </a:r>
                      <a:endParaRPr lang="en-US" sz="1800" b="0" i="0" u="none" strike="noStrike">
                        <a:effectLst/>
                        <a:latin typeface="Arial" panose="020B0604020202020204" pitchFamily="34"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70529F"/>
                    </a:solidFill>
                  </a:tcPr>
                </a:tc>
                <a:extLst>
                  <a:ext uri="{0D108BD9-81ED-4DB2-BD59-A6C34878D82A}">
                    <a16:rowId xmlns:a16="http://schemas.microsoft.com/office/drawing/2014/main" val="3108310973"/>
                  </a:ext>
                </a:extLst>
              </a:tr>
              <a:tr h="3830447">
                <a:tc>
                  <a:txBody>
                    <a:bodyPr/>
                    <a:lstStyle/>
                    <a:p>
                      <a:pPr rtl="0" eaLnBrk="1" latinLnBrk="0" hangingPunct="1"/>
                      <a:r>
                        <a:rPr lang="en-US" sz="2560" b="0" i="0" kern="1200" dirty="0" err="1">
                          <a:solidFill>
                            <a:schemeClr val="tx1"/>
                          </a:solidFill>
                          <a:effectLst/>
                          <a:latin typeface="+mn-lt"/>
                          <a:ea typeface="+mn-ea"/>
                          <a:cs typeface="+mn-cs"/>
                        </a:rPr>
                        <a:t>TryParse</a:t>
                      </a:r>
                      <a:r>
                        <a:rPr lang="en-US" sz="2560" b="0" i="0" kern="1200" dirty="0">
                          <a:solidFill>
                            <a:schemeClr val="tx1"/>
                          </a:solidFill>
                          <a:effectLst/>
                          <a:latin typeface="+mn-lt"/>
                          <a:ea typeface="+mn-ea"/>
                          <a:cs typeface="+mn-cs"/>
                        </a:rPr>
                        <a:t>&lt;int&gt; parse = (string text, out int result) =&gt; Int32.TryParse(text, out result);</a:t>
                      </a: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5D0DF"/>
                    </a:solidFill>
                  </a:tcPr>
                </a:tc>
                <a:tc>
                  <a:txBody>
                    <a:bodyPr/>
                    <a:lstStyle/>
                    <a:p>
                      <a:pPr rtl="0" eaLnBrk="1" latinLnBrk="0" hangingPunct="1"/>
                      <a:r>
                        <a:rPr lang="en-US" sz="2560" b="0" i="0" kern="1200" dirty="0">
                          <a:solidFill>
                            <a:schemeClr val="tx1"/>
                          </a:solidFill>
                          <a:effectLst/>
                          <a:latin typeface="+mn-lt"/>
                          <a:ea typeface="+mn-ea"/>
                          <a:cs typeface="+mn-cs"/>
                        </a:rPr>
                        <a:t>delegate bool </a:t>
                      </a:r>
                      <a:r>
                        <a:rPr lang="en-US" sz="2560" b="0" i="0" kern="1200" dirty="0" err="1">
                          <a:solidFill>
                            <a:schemeClr val="tx1"/>
                          </a:solidFill>
                          <a:effectLst/>
                          <a:latin typeface="+mn-lt"/>
                          <a:ea typeface="+mn-ea"/>
                          <a:cs typeface="+mn-cs"/>
                        </a:rPr>
                        <a:t>TryParse</a:t>
                      </a:r>
                      <a:r>
                        <a:rPr lang="en-US" sz="2560" b="0" i="0" kern="1200" dirty="0">
                          <a:solidFill>
                            <a:schemeClr val="tx1"/>
                          </a:solidFill>
                          <a:effectLst/>
                          <a:latin typeface="+mn-lt"/>
                          <a:ea typeface="+mn-ea"/>
                          <a:cs typeface="+mn-cs"/>
                        </a:rPr>
                        <a:t>&lt;T&gt;(string text, out T result);</a:t>
                      </a:r>
                      <a:endParaRPr lang="en-US" dirty="0">
                        <a:effectLst/>
                      </a:endParaRPr>
                    </a:p>
                    <a:p>
                      <a:pPr rtl="0" eaLnBrk="1" latinLnBrk="0" hangingPunct="1"/>
                      <a:endParaRPr lang="en-US" sz="2560" b="0" i="0" kern="1200" dirty="0">
                        <a:solidFill>
                          <a:schemeClr val="tx1"/>
                        </a:solidFill>
                        <a:effectLst/>
                        <a:latin typeface="+mn-lt"/>
                        <a:ea typeface="+mn-ea"/>
                        <a:cs typeface="+mn-cs"/>
                      </a:endParaRPr>
                    </a:p>
                    <a:p>
                      <a:pPr rtl="0" eaLnBrk="1" latinLnBrk="0" hangingPunct="1"/>
                      <a:r>
                        <a:rPr lang="en-US" sz="2560" b="0" i="0" kern="1200" dirty="0" err="1">
                          <a:solidFill>
                            <a:schemeClr val="tx1"/>
                          </a:solidFill>
                          <a:effectLst/>
                          <a:latin typeface="+mn-lt"/>
                          <a:ea typeface="+mn-ea"/>
                          <a:cs typeface="+mn-cs"/>
                        </a:rPr>
                        <a:t>TryParse</a:t>
                      </a:r>
                      <a:r>
                        <a:rPr lang="en-US" sz="2560" b="0" i="0" kern="1200" dirty="0">
                          <a:solidFill>
                            <a:schemeClr val="tx1"/>
                          </a:solidFill>
                          <a:effectLst/>
                          <a:latin typeface="+mn-lt"/>
                          <a:ea typeface="+mn-ea"/>
                          <a:cs typeface="+mn-cs"/>
                        </a:rPr>
                        <a:t>&lt;int&gt; parse = (text, out result) =&gt; Int32.TryParse(text, out result);</a:t>
                      </a:r>
                      <a:endParaRPr lang="en-US" dirty="0">
                        <a:effectLst/>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5D0DF"/>
                    </a:solidFill>
                  </a:tcPr>
                </a:tc>
                <a:extLst>
                  <a:ext uri="{0D108BD9-81ED-4DB2-BD59-A6C34878D82A}">
                    <a16:rowId xmlns:a16="http://schemas.microsoft.com/office/drawing/2014/main" val="3897288911"/>
                  </a:ext>
                </a:extLst>
              </a:tr>
            </a:tbl>
          </a:graphicData>
        </a:graphic>
      </p:graphicFrame>
      <p:sp>
        <p:nvSpPr>
          <p:cNvPr id="9" name="TextBox 8">
            <a:extLst>
              <a:ext uri="{FF2B5EF4-FFF2-40B4-BE49-F238E27FC236}">
                <a16:creationId xmlns:a16="http://schemas.microsoft.com/office/drawing/2014/main" id="{4300DAD0-85A6-EB56-19B8-53A802BCD431}"/>
              </a:ext>
            </a:extLst>
          </p:cNvPr>
          <p:cNvSpPr txBox="1"/>
          <p:nvPr/>
        </p:nvSpPr>
        <p:spPr>
          <a:xfrm>
            <a:off x="1440000" y="2384999"/>
            <a:ext cx="15405100" cy="954107"/>
          </a:xfrm>
          <a:prstGeom prst="rect">
            <a:avLst/>
          </a:prstGeom>
          <a:noFill/>
        </p:spPr>
        <p:txBody>
          <a:bodyPr wrap="square">
            <a:spAutoFit/>
          </a:bodyPr>
          <a:lstStyle/>
          <a:p>
            <a:pPr rtl="0" eaLnBrk="1" latinLnBrk="0" hangingPunct="1"/>
            <a:r>
              <a:rPr lang="en-US" sz="2800" b="0" i="0" kern="1200" dirty="0">
                <a:solidFill>
                  <a:schemeClr val="tx1"/>
                </a:solidFill>
                <a:effectLst/>
                <a:latin typeface="+mn-lt"/>
                <a:ea typeface="+mn-ea"/>
                <a:cs typeface="+mn-cs"/>
              </a:rPr>
              <a:t>You can add parameter modifiers, such as scoped, ref, in, out, or ref </a:t>
            </a:r>
            <a:r>
              <a:rPr lang="en-US" sz="2800" b="0" i="0" kern="1200" dirty="0" err="1">
                <a:solidFill>
                  <a:schemeClr val="tx1"/>
                </a:solidFill>
                <a:effectLst/>
                <a:latin typeface="+mn-lt"/>
                <a:ea typeface="+mn-ea"/>
                <a:cs typeface="+mn-cs"/>
              </a:rPr>
              <a:t>readonly</a:t>
            </a:r>
            <a:r>
              <a:rPr lang="en-US" sz="2800" b="0" i="0" kern="1200" dirty="0">
                <a:solidFill>
                  <a:schemeClr val="tx1"/>
                </a:solidFill>
                <a:effectLst/>
                <a:latin typeface="+mn-lt"/>
                <a:ea typeface="+mn-ea"/>
                <a:cs typeface="+mn-cs"/>
              </a:rPr>
              <a:t> to lambda expression parameters without specifying the parameter type:</a:t>
            </a:r>
            <a:endParaRPr lang="en-US" sz="2000" dirty="0">
              <a:effectLst/>
            </a:endParaRPr>
          </a:p>
        </p:txBody>
      </p:sp>
    </p:spTree>
    <p:extLst>
      <p:ext uri="{BB962C8B-B14F-4D97-AF65-F5344CB8AC3E}">
        <p14:creationId xmlns:p14="http://schemas.microsoft.com/office/powerpoint/2010/main" val="16247423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67EE8-3B91-DCD2-D69D-838CF1021BFD}"/>
              </a:ext>
            </a:extLst>
          </p:cNvPr>
          <p:cNvSpPr>
            <a:spLocks noGrp="1"/>
          </p:cNvSpPr>
          <p:nvPr>
            <p:ph type="title"/>
          </p:nvPr>
        </p:nvSpPr>
        <p:spPr/>
        <p:txBody>
          <a:bodyPr/>
          <a:lstStyle/>
          <a:p>
            <a:r>
              <a:rPr lang="en-US" dirty="0"/>
              <a:t>C# 14 – the </a:t>
            </a:r>
            <a:r>
              <a:rPr lang="en-US" dirty="0">
                <a:highlight>
                  <a:srgbClr val="C0C0C0"/>
                </a:highlight>
              </a:rPr>
              <a:t>field</a:t>
            </a:r>
            <a:r>
              <a:rPr lang="en-US" dirty="0"/>
              <a:t> keyword</a:t>
            </a:r>
          </a:p>
        </p:txBody>
      </p:sp>
      <p:sp>
        <p:nvSpPr>
          <p:cNvPr id="3" name="Slide Number Placeholder 2">
            <a:extLst>
              <a:ext uri="{FF2B5EF4-FFF2-40B4-BE49-F238E27FC236}">
                <a16:creationId xmlns:a16="http://schemas.microsoft.com/office/drawing/2014/main" id="{95ECED72-A359-EB62-DC84-B0D2EF533319}"/>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13</a:t>
            </a:fld>
            <a:endParaRPr lang="en-RU" dirty="0"/>
          </a:p>
        </p:txBody>
      </p:sp>
      <p:graphicFrame>
        <p:nvGraphicFramePr>
          <p:cNvPr id="5" name="Table 4">
            <a:extLst>
              <a:ext uri="{FF2B5EF4-FFF2-40B4-BE49-F238E27FC236}">
                <a16:creationId xmlns:a16="http://schemas.microsoft.com/office/drawing/2014/main" id="{650EA5AB-5D70-6CF1-A6C5-1B3C741E47AF}"/>
              </a:ext>
            </a:extLst>
          </p:cNvPr>
          <p:cNvGraphicFramePr>
            <a:graphicFrameLocks noGrp="1"/>
          </p:cNvGraphicFramePr>
          <p:nvPr>
            <p:extLst>
              <p:ext uri="{D42A27DB-BD31-4B8C-83A1-F6EECF244321}">
                <p14:modId xmlns:p14="http://schemas.microsoft.com/office/powerpoint/2010/main" val="3305389745"/>
              </p:ext>
            </p:extLst>
          </p:nvPr>
        </p:nvGraphicFramePr>
        <p:xfrm>
          <a:off x="1441450" y="3320859"/>
          <a:ext cx="15405100" cy="4947031"/>
        </p:xfrm>
        <a:graphic>
          <a:graphicData uri="http://schemas.openxmlformats.org/drawingml/2006/table">
            <a:tbl>
              <a:tblPr firstRow="1" bandRow="1"/>
              <a:tblGrid>
                <a:gridCol w="7702550">
                  <a:extLst>
                    <a:ext uri="{9D8B030D-6E8A-4147-A177-3AD203B41FA5}">
                      <a16:colId xmlns:a16="http://schemas.microsoft.com/office/drawing/2014/main" val="1113520668"/>
                    </a:ext>
                  </a:extLst>
                </a:gridCol>
                <a:gridCol w="7702550">
                  <a:extLst>
                    <a:ext uri="{9D8B030D-6E8A-4147-A177-3AD203B41FA5}">
                      <a16:colId xmlns:a16="http://schemas.microsoft.com/office/drawing/2014/main" val="1851745915"/>
                    </a:ext>
                  </a:extLst>
                </a:gridCol>
              </a:tblGrid>
              <a:tr h="1116584">
                <a:tc>
                  <a:txBody>
                    <a:bodyPr/>
                    <a:lstStyle/>
                    <a:p>
                      <a:pPr marL="0" algn="l" rtl="0" eaLnBrk="1" fontAlgn="ctr" latinLnBrk="0" hangingPunct="1">
                        <a:spcBef>
                          <a:spcPts val="0"/>
                        </a:spcBef>
                        <a:spcAft>
                          <a:spcPts val="0"/>
                        </a:spcAft>
                      </a:pPr>
                      <a:r>
                        <a:rPr lang="en-US" sz="2560" b="1" i="0" u="none" strike="noStrike" kern="1200" dirty="0">
                          <a:solidFill>
                            <a:srgbClr val="FFFFFF"/>
                          </a:solidFill>
                          <a:effectLst/>
                          <a:latin typeface="DA_FuturaPT Book" panose="020B0502020204020303" pitchFamily="34" charset="0"/>
                        </a:rPr>
                        <a:t>Before</a:t>
                      </a:r>
                      <a:endParaRPr lang="en-US" sz="1800" b="0" i="0" u="none" strike="noStrike" dirty="0">
                        <a:effectLst/>
                        <a:latin typeface="Arial" panose="020B0604020202020204" pitchFamily="34"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70529F"/>
                    </a:solidFill>
                  </a:tcPr>
                </a:tc>
                <a:tc>
                  <a:txBody>
                    <a:bodyPr/>
                    <a:lstStyle/>
                    <a:p>
                      <a:pPr marL="0" algn="l" rtl="0" eaLnBrk="1" fontAlgn="ctr" latinLnBrk="0" hangingPunct="1">
                        <a:spcBef>
                          <a:spcPts val="0"/>
                        </a:spcBef>
                        <a:spcAft>
                          <a:spcPts val="0"/>
                        </a:spcAft>
                      </a:pPr>
                      <a:r>
                        <a:rPr lang="en-US" sz="2560" b="1" i="0" u="none" strike="noStrike" kern="1200">
                          <a:solidFill>
                            <a:srgbClr val="FFFFFF"/>
                          </a:solidFill>
                          <a:effectLst/>
                          <a:latin typeface="DA_FuturaPT Book" panose="020B0502020204020303" pitchFamily="34" charset="0"/>
                        </a:rPr>
                        <a:t>After</a:t>
                      </a:r>
                      <a:endParaRPr lang="en-US" sz="1800" b="0" i="0" u="none" strike="noStrike">
                        <a:effectLst/>
                        <a:latin typeface="Arial" panose="020B0604020202020204" pitchFamily="34"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70529F"/>
                    </a:solidFill>
                  </a:tcPr>
                </a:tc>
                <a:extLst>
                  <a:ext uri="{0D108BD9-81ED-4DB2-BD59-A6C34878D82A}">
                    <a16:rowId xmlns:a16="http://schemas.microsoft.com/office/drawing/2014/main" val="3108310973"/>
                  </a:ext>
                </a:extLst>
              </a:tr>
              <a:tr h="3830447">
                <a:tc>
                  <a:txBody>
                    <a:bodyPr/>
                    <a:lstStyle/>
                    <a:p>
                      <a:pPr rtl="0" eaLnBrk="1" latinLnBrk="0" hangingPunct="1"/>
                      <a:r>
                        <a:rPr lang="en-US" sz="2560" b="0" i="0" kern="1200" dirty="0">
                          <a:solidFill>
                            <a:schemeClr val="tx1"/>
                          </a:solidFill>
                          <a:effectLst/>
                          <a:latin typeface="+mn-lt"/>
                          <a:ea typeface="+mn-ea"/>
                          <a:cs typeface="+mn-cs"/>
                        </a:rPr>
                        <a:t>private string _msg;</a:t>
                      </a:r>
                    </a:p>
                    <a:p>
                      <a:pPr rtl="0" eaLnBrk="1" latinLnBrk="0" hangingPunct="1"/>
                      <a:r>
                        <a:rPr lang="en-US" sz="2560" b="0" i="0" kern="1200" dirty="0">
                          <a:solidFill>
                            <a:schemeClr val="tx1"/>
                          </a:solidFill>
                          <a:effectLst/>
                          <a:latin typeface="+mn-lt"/>
                          <a:ea typeface="+mn-ea"/>
                          <a:cs typeface="+mn-cs"/>
                        </a:rPr>
                        <a:t>public string Message</a:t>
                      </a:r>
                    </a:p>
                    <a:p>
                      <a:pPr rtl="0" eaLnBrk="1" latinLnBrk="0" hangingPunct="1"/>
                      <a:r>
                        <a:rPr lang="en-US" sz="2560" b="0" i="0" kern="1200" dirty="0">
                          <a:solidFill>
                            <a:schemeClr val="tx1"/>
                          </a:solidFill>
                          <a:effectLst/>
                          <a:latin typeface="+mn-lt"/>
                          <a:ea typeface="+mn-ea"/>
                          <a:cs typeface="+mn-cs"/>
                        </a:rPr>
                        <a:t>{</a:t>
                      </a:r>
                    </a:p>
                    <a:p>
                      <a:pPr rtl="0" eaLnBrk="1" latinLnBrk="0" hangingPunct="1"/>
                      <a:r>
                        <a:rPr lang="en-US" sz="2560" b="0" i="0" kern="1200" dirty="0">
                          <a:solidFill>
                            <a:schemeClr val="tx1"/>
                          </a:solidFill>
                          <a:effectLst/>
                          <a:latin typeface="+mn-lt"/>
                          <a:ea typeface="+mn-ea"/>
                          <a:cs typeface="+mn-cs"/>
                        </a:rPr>
                        <a:t>    get =&gt; _msg;</a:t>
                      </a:r>
                    </a:p>
                    <a:p>
                      <a:pPr rtl="0" eaLnBrk="1" latinLnBrk="0" hangingPunct="1"/>
                      <a:r>
                        <a:rPr lang="en-US" sz="2560" b="0" i="0" kern="1200" dirty="0">
                          <a:solidFill>
                            <a:schemeClr val="tx1"/>
                          </a:solidFill>
                          <a:effectLst/>
                          <a:latin typeface="+mn-lt"/>
                          <a:ea typeface="+mn-ea"/>
                          <a:cs typeface="+mn-cs"/>
                        </a:rPr>
                        <a:t>    set =&gt; _msg = value;</a:t>
                      </a:r>
                    </a:p>
                    <a:p>
                      <a:pPr rtl="0" eaLnBrk="1" latinLnBrk="0" hangingPunct="1"/>
                      <a:r>
                        <a:rPr lang="en-US" sz="2560" b="0" i="0" kern="1200" dirty="0">
                          <a:solidFill>
                            <a:schemeClr val="tx1"/>
                          </a:solidFill>
                          <a:effectLst/>
                          <a:latin typeface="+mn-lt"/>
                          <a:ea typeface="+mn-ea"/>
                          <a:cs typeface="+mn-cs"/>
                        </a:rPr>
                        <a:t>}</a:t>
                      </a: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5D0DF"/>
                    </a:solidFill>
                  </a:tcPr>
                </a:tc>
                <a:tc>
                  <a:txBody>
                    <a:bodyPr/>
                    <a:lstStyle/>
                    <a:p>
                      <a:pPr rtl="0" eaLnBrk="1" latinLnBrk="0" hangingPunct="1"/>
                      <a:r>
                        <a:rPr lang="en-US" sz="2560" b="0" i="0" kern="1200" dirty="0">
                          <a:solidFill>
                            <a:schemeClr val="tx1"/>
                          </a:solidFill>
                          <a:effectLst/>
                          <a:latin typeface="+mn-lt"/>
                          <a:ea typeface="+mn-ea"/>
                          <a:cs typeface="+mn-cs"/>
                        </a:rPr>
                        <a:t>public string Message</a:t>
                      </a:r>
                    </a:p>
                    <a:p>
                      <a:pPr rtl="0" eaLnBrk="1" latinLnBrk="0" hangingPunct="1"/>
                      <a:r>
                        <a:rPr lang="en-US" sz="2560" b="0" i="0" kern="1200" dirty="0">
                          <a:solidFill>
                            <a:schemeClr val="tx1"/>
                          </a:solidFill>
                          <a:effectLst/>
                          <a:latin typeface="+mn-lt"/>
                          <a:ea typeface="+mn-ea"/>
                          <a:cs typeface="+mn-cs"/>
                        </a:rPr>
                        <a:t>{</a:t>
                      </a:r>
                    </a:p>
                    <a:p>
                      <a:pPr rtl="0" eaLnBrk="1" latinLnBrk="0" hangingPunct="1"/>
                      <a:r>
                        <a:rPr lang="en-US" sz="2560" b="0" i="0" kern="1200" dirty="0">
                          <a:solidFill>
                            <a:schemeClr val="tx1"/>
                          </a:solidFill>
                          <a:effectLst/>
                          <a:latin typeface="+mn-lt"/>
                          <a:ea typeface="+mn-ea"/>
                          <a:cs typeface="+mn-cs"/>
                        </a:rPr>
                        <a:t>    get;</a:t>
                      </a:r>
                    </a:p>
                    <a:p>
                      <a:pPr rtl="0" eaLnBrk="1" latinLnBrk="0" hangingPunct="1"/>
                      <a:r>
                        <a:rPr lang="en-US" sz="2560" b="0" i="0" kern="1200" dirty="0">
                          <a:solidFill>
                            <a:schemeClr val="tx1"/>
                          </a:solidFill>
                          <a:effectLst/>
                          <a:latin typeface="+mn-lt"/>
                          <a:ea typeface="+mn-ea"/>
                          <a:cs typeface="+mn-cs"/>
                        </a:rPr>
                        <a:t>    set =&gt; field = value;</a:t>
                      </a:r>
                    </a:p>
                    <a:p>
                      <a:pPr rtl="0" eaLnBrk="1" latinLnBrk="0" hangingPunct="1"/>
                      <a:r>
                        <a:rPr lang="en-US" sz="2560" b="0" i="0" kern="1200" dirty="0">
                          <a:solidFill>
                            <a:schemeClr val="tx1"/>
                          </a:solidFill>
                          <a:effectLst/>
                          <a:latin typeface="+mn-lt"/>
                          <a:ea typeface="+mn-ea"/>
                          <a:cs typeface="+mn-cs"/>
                        </a:rPr>
                        <a:t>}</a:t>
                      </a:r>
                      <a:endParaRPr lang="en-US" dirty="0">
                        <a:effectLst/>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5D0DF"/>
                    </a:solidFill>
                  </a:tcPr>
                </a:tc>
                <a:extLst>
                  <a:ext uri="{0D108BD9-81ED-4DB2-BD59-A6C34878D82A}">
                    <a16:rowId xmlns:a16="http://schemas.microsoft.com/office/drawing/2014/main" val="3897288911"/>
                  </a:ext>
                </a:extLst>
              </a:tr>
            </a:tbl>
          </a:graphicData>
        </a:graphic>
      </p:graphicFrame>
    </p:spTree>
    <p:extLst>
      <p:ext uri="{BB962C8B-B14F-4D97-AF65-F5344CB8AC3E}">
        <p14:creationId xmlns:p14="http://schemas.microsoft.com/office/powerpoint/2010/main" val="33151162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C9350-2FCC-7279-CA48-63421CF01063}"/>
              </a:ext>
            </a:extLst>
          </p:cNvPr>
          <p:cNvSpPr>
            <a:spLocks noGrp="1"/>
          </p:cNvSpPr>
          <p:nvPr>
            <p:ph type="title"/>
          </p:nvPr>
        </p:nvSpPr>
        <p:spPr/>
        <p:txBody>
          <a:bodyPr/>
          <a:lstStyle/>
          <a:p>
            <a:r>
              <a:rPr lang="en-US" dirty="0"/>
              <a:t>C# 14 – More partial members</a:t>
            </a:r>
          </a:p>
        </p:txBody>
      </p:sp>
      <p:sp>
        <p:nvSpPr>
          <p:cNvPr id="3" name="Slide Number Placeholder 2">
            <a:extLst>
              <a:ext uri="{FF2B5EF4-FFF2-40B4-BE49-F238E27FC236}">
                <a16:creationId xmlns:a16="http://schemas.microsoft.com/office/drawing/2014/main" id="{317E3A44-0699-B15F-042D-B391A9402A76}"/>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14</a:t>
            </a:fld>
            <a:endParaRPr lang="en-RU" dirty="0"/>
          </a:p>
        </p:txBody>
      </p:sp>
      <p:sp>
        <p:nvSpPr>
          <p:cNvPr id="4" name="Content Placeholder 3">
            <a:extLst>
              <a:ext uri="{FF2B5EF4-FFF2-40B4-BE49-F238E27FC236}">
                <a16:creationId xmlns:a16="http://schemas.microsoft.com/office/drawing/2014/main" id="{3553119A-B83B-9BD8-F6C0-305A86963298}"/>
              </a:ext>
            </a:extLst>
          </p:cNvPr>
          <p:cNvSpPr>
            <a:spLocks noGrp="1"/>
          </p:cNvSpPr>
          <p:nvPr>
            <p:ph sz="quarter" idx="10"/>
          </p:nvPr>
        </p:nvSpPr>
        <p:spPr>
          <a:xfrm>
            <a:off x="1439863" y="2424431"/>
            <a:ext cx="15408275" cy="896438"/>
          </a:xfrm>
        </p:spPr>
        <p:txBody>
          <a:bodyPr/>
          <a:lstStyle/>
          <a:p>
            <a:r>
              <a:rPr lang="en-US" sz="2800" dirty="0"/>
              <a:t>In addition to partial methods/properties, you can define partial constructors and events with defining and implementing declarations.</a:t>
            </a:r>
          </a:p>
        </p:txBody>
      </p:sp>
      <p:graphicFrame>
        <p:nvGraphicFramePr>
          <p:cNvPr id="7" name="Table 6">
            <a:extLst>
              <a:ext uri="{FF2B5EF4-FFF2-40B4-BE49-F238E27FC236}">
                <a16:creationId xmlns:a16="http://schemas.microsoft.com/office/drawing/2014/main" id="{FEBE786C-1B45-4DA9-0E63-D7A584D05D83}"/>
              </a:ext>
            </a:extLst>
          </p:cNvPr>
          <p:cNvGraphicFramePr>
            <a:graphicFrameLocks noGrp="1"/>
          </p:cNvGraphicFramePr>
          <p:nvPr>
            <p:extLst>
              <p:ext uri="{D42A27DB-BD31-4B8C-83A1-F6EECF244321}">
                <p14:modId xmlns:p14="http://schemas.microsoft.com/office/powerpoint/2010/main" val="2273008966"/>
              </p:ext>
            </p:extLst>
          </p:nvPr>
        </p:nvGraphicFramePr>
        <p:xfrm>
          <a:off x="1441450" y="3320859"/>
          <a:ext cx="15405100" cy="6670040"/>
        </p:xfrm>
        <a:graphic>
          <a:graphicData uri="http://schemas.openxmlformats.org/drawingml/2006/table">
            <a:tbl>
              <a:tblPr firstRow="1" bandRow="1"/>
              <a:tblGrid>
                <a:gridCol w="7702550">
                  <a:extLst>
                    <a:ext uri="{9D8B030D-6E8A-4147-A177-3AD203B41FA5}">
                      <a16:colId xmlns:a16="http://schemas.microsoft.com/office/drawing/2014/main" val="311002687"/>
                    </a:ext>
                  </a:extLst>
                </a:gridCol>
                <a:gridCol w="7702550">
                  <a:extLst>
                    <a:ext uri="{9D8B030D-6E8A-4147-A177-3AD203B41FA5}">
                      <a16:colId xmlns:a16="http://schemas.microsoft.com/office/drawing/2014/main" val="1193293088"/>
                    </a:ext>
                  </a:extLst>
                </a:gridCol>
              </a:tblGrid>
              <a:tr h="1116584">
                <a:tc>
                  <a:txBody>
                    <a:bodyPr/>
                    <a:lstStyle/>
                    <a:p>
                      <a:pPr marL="0" algn="l" rtl="0" eaLnBrk="1" fontAlgn="ctr" latinLnBrk="0" hangingPunct="1">
                        <a:spcBef>
                          <a:spcPts val="0"/>
                        </a:spcBef>
                        <a:spcAft>
                          <a:spcPts val="0"/>
                        </a:spcAft>
                      </a:pPr>
                      <a:r>
                        <a:rPr lang="en-US" sz="2560" b="1" i="0" u="none" strike="noStrike" kern="1200" dirty="0">
                          <a:solidFill>
                            <a:srgbClr val="FFFFFF"/>
                          </a:solidFill>
                          <a:effectLst/>
                          <a:latin typeface="DA_FuturaPT Book" panose="020B0502020204020303" pitchFamily="34" charset="0"/>
                        </a:rPr>
                        <a:t>Defining declarations</a:t>
                      </a:r>
                      <a:endParaRPr lang="en-US" sz="1800" b="0" i="0" u="none" strike="noStrike" dirty="0">
                        <a:effectLst/>
                        <a:latin typeface="Arial" panose="020B0604020202020204" pitchFamily="34"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70529F"/>
                    </a:solidFill>
                  </a:tcPr>
                </a:tc>
                <a:tc>
                  <a:txBody>
                    <a:bodyPr/>
                    <a:lstStyle/>
                    <a:p>
                      <a:pPr marL="0" algn="l" rtl="0" eaLnBrk="1" fontAlgn="ctr" latinLnBrk="0" hangingPunct="1">
                        <a:spcBef>
                          <a:spcPts val="0"/>
                        </a:spcBef>
                        <a:spcAft>
                          <a:spcPts val="0"/>
                        </a:spcAft>
                      </a:pPr>
                      <a:r>
                        <a:rPr lang="en-US" sz="2560" b="1" i="0" u="none" strike="noStrike" kern="1200" dirty="0">
                          <a:solidFill>
                            <a:srgbClr val="FFFFFF"/>
                          </a:solidFill>
                          <a:effectLst/>
                          <a:latin typeface="DA_FuturaPT Book" panose="020B0502020204020303" pitchFamily="34" charset="0"/>
                        </a:rPr>
                        <a:t>Implementing declarations</a:t>
                      </a:r>
                      <a:endParaRPr lang="en-US" sz="1800" b="0" i="0" u="none" strike="noStrike" dirty="0">
                        <a:effectLst/>
                        <a:latin typeface="Arial" panose="020B0604020202020204" pitchFamily="34"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70529F"/>
                    </a:solidFill>
                  </a:tcPr>
                </a:tc>
                <a:extLst>
                  <a:ext uri="{0D108BD9-81ED-4DB2-BD59-A6C34878D82A}">
                    <a16:rowId xmlns:a16="http://schemas.microsoft.com/office/drawing/2014/main" val="1721583934"/>
                  </a:ext>
                </a:extLst>
              </a:tr>
              <a:tr h="3830447">
                <a:tc>
                  <a:txBody>
                    <a:bodyPr/>
                    <a:lstStyle/>
                    <a:p>
                      <a:pPr rtl="0" eaLnBrk="1" latinLnBrk="0" hangingPunct="1"/>
                      <a:r>
                        <a:rPr lang="en-US" sz="2560" b="0" i="0" kern="1200" dirty="0">
                          <a:solidFill>
                            <a:schemeClr val="tx1"/>
                          </a:solidFill>
                          <a:effectLst/>
                          <a:latin typeface="+mn-lt"/>
                          <a:ea typeface="+mn-ea"/>
                          <a:cs typeface="+mn-cs"/>
                        </a:rPr>
                        <a:t>public partial class Widget</a:t>
                      </a:r>
                      <a:endParaRPr lang="en-US" dirty="0">
                        <a:effectLst/>
                      </a:endParaRPr>
                    </a:p>
                    <a:p>
                      <a:pPr rtl="0" eaLnBrk="1" latinLnBrk="0" hangingPunct="1"/>
                      <a:r>
                        <a:rPr lang="en-US" sz="2560" b="0" i="0" kern="1200" dirty="0">
                          <a:solidFill>
                            <a:schemeClr val="tx1"/>
                          </a:solidFill>
                          <a:effectLst/>
                          <a:latin typeface="+mn-lt"/>
                          <a:ea typeface="+mn-ea"/>
                          <a:cs typeface="+mn-cs"/>
                        </a:rPr>
                        <a:t>{</a:t>
                      </a:r>
                      <a:endParaRPr lang="en-US" dirty="0">
                        <a:effectLst/>
                      </a:endParaRPr>
                    </a:p>
                    <a:p>
                      <a:pPr rtl="0" eaLnBrk="1" latinLnBrk="0" hangingPunct="1"/>
                      <a:r>
                        <a:rPr lang="en-US" sz="2560" b="0" i="0" kern="1200" dirty="0">
                          <a:solidFill>
                            <a:schemeClr val="tx1"/>
                          </a:solidFill>
                          <a:effectLst/>
                          <a:latin typeface="+mn-lt"/>
                          <a:ea typeface="+mn-ea"/>
                          <a:cs typeface="+mn-cs"/>
                        </a:rPr>
                        <a:t>    public partial Widget(string name);</a:t>
                      </a:r>
                      <a:endParaRPr lang="en-US" dirty="0">
                        <a:effectLst/>
                      </a:endParaRPr>
                    </a:p>
                    <a:p>
                      <a:pPr rtl="0" eaLnBrk="1" latinLnBrk="0" hangingPunct="1"/>
                      <a:r>
                        <a:rPr lang="en-US" sz="2560" b="0" i="0" kern="1200" dirty="0">
                          <a:solidFill>
                            <a:schemeClr val="tx1"/>
                          </a:solidFill>
                          <a:effectLst/>
                          <a:latin typeface="+mn-lt"/>
                          <a:ea typeface="+mn-ea"/>
                          <a:cs typeface="+mn-cs"/>
                        </a:rPr>
                        <a:t>    public partial event </a:t>
                      </a:r>
                      <a:r>
                        <a:rPr lang="en-US" sz="2560" b="0" i="0" kern="1200" dirty="0" err="1">
                          <a:solidFill>
                            <a:schemeClr val="tx1"/>
                          </a:solidFill>
                          <a:effectLst/>
                          <a:latin typeface="+mn-lt"/>
                          <a:ea typeface="+mn-ea"/>
                          <a:cs typeface="+mn-cs"/>
                        </a:rPr>
                        <a:t>EventHandler</a:t>
                      </a:r>
                      <a:r>
                        <a:rPr lang="en-US" sz="2560" b="0" i="0" kern="1200" dirty="0">
                          <a:solidFill>
                            <a:schemeClr val="tx1"/>
                          </a:solidFill>
                          <a:effectLst/>
                          <a:latin typeface="+mn-lt"/>
                          <a:ea typeface="+mn-ea"/>
                          <a:cs typeface="+mn-cs"/>
                        </a:rPr>
                        <a:t>? Started;</a:t>
                      </a:r>
                      <a:endParaRPr lang="en-US" dirty="0">
                        <a:effectLst/>
                      </a:endParaRPr>
                    </a:p>
                    <a:p>
                      <a:pPr rtl="0" eaLnBrk="1" latinLnBrk="0" hangingPunct="1"/>
                      <a:r>
                        <a:rPr lang="en-US" sz="2560" b="0" i="0" kern="1200" dirty="0">
                          <a:solidFill>
                            <a:schemeClr val="tx1"/>
                          </a:solidFill>
                          <a:effectLst/>
                          <a:latin typeface="+mn-lt"/>
                          <a:ea typeface="+mn-ea"/>
                          <a:cs typeface="+mn-cs"/>
                        </a:rPr>
                        <a:t>}</a:t>
                      </a:r>
                      <a:endParaRPr lang="en-US" dirty="0">
                        <a:effectLst/>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D5D0DF"/>
                    </a:solidFill>
                  </a:tcPr>
                </a:tc>
                <a:tc>
                  <a:txBody>
                    <a:bodyPr/>
                    <a:lstStyle/>
                    <a:p>
                      <a:pPr rtl="0" eaLnBrk="1" latinLnBrk="0" hangingPunct="1"/>
                      <a:r>
                        <a:rPr lang="en-US" sz="2560" b="0" i="0" kern="1200" dirty="0">
                          <a:solidFill>
                            <a:schemeClr val="tx1"/>
                          </a:solidFill>
                          <a:effectLst/>
                          <a:latin typeface="+mn-lt"/>
                          <a:ea typeface="+mn-ea"/>
                          <a:cs typeface="+mn-cs"/>
                        </a:rPr>
                        <a:t>public partial class Widget</a:t>
                      </a:r>
                      <a:endParaRPr lang="en-US" dirty="0">
                        <a:effectLst/>
                      </a:endParaRPr>
                    </a:p>
                    <a:p>
                      <a:pPr rtl="0" eaLnBrk="1" latinLnBrk="0" hangingPunct="1"/>
                      <a:r>
                        <a:rPr lang="en-US" sz="2560" b="0" i="0" kern="1200" dirty="0">
                          <a:solidFill>
                            <a:schemeClr val="tx1"/>
                          </a:solidFill>
                          <a:effectLst/>
                          <a:latin typeface="+mn-lt"/>
                          <a:ea typeface="+mn-ea"/>
                          <a:cs typeface="+mn-cs"/>
                        </a:rPr>
                        <a:t>{</a:t>
                      </a:r>
                      <a:endParaRPr lang="en-US" dirty="0">
                        <a:effectLst/>
                      </a:endParaRPr>
                    </a:p>
                    <a:p>
                      <a:pPr rtl="0" eaLnBrk="1" latinLnBrk="0" hangingPunct="1"/>
                      <a:r>
                        <a:rPr lang="en-US" sz="2560" b="0" i="0" kern="1200" dirty="0">
                          <a:solidFill>
                            <a:schemeClr val="tx1"/>
                          </a:solidFill>
                          <a:effectLst/>
                          <a:latin typeface="+mn-lt"/>
                          <a:ea typeface="+mn-ea"/>
                          <a:cs typeface="+mn-cs"/>
                        </a:rPr>
                        <a:t>    private string _name;</a:t>
                      </a:r>
                      <a:endParaRPr lang="en-US" dirty="0">
                        <a:effectLst/>
                      </a:endParaRPr>
                    </a:p>
                    <a:p>
                      <a:pPr rtl="0" eaLnBrk="1" latinLnBrk="0" hangingPunct="1"/>
                      <a:r>
                        <a:rPr lang="en-US" sz="2560" b="0" i="0" kern="1200" dirty="0">
                          <a:solidFill>
                            <a:schemeClr val="tx1"/>
                          </a:solidFill>
                          <a:effectLst/>
                          <a:latin typeface="+mn-lt"/>
                          <a:ea typeface="+mn-ea"/>
                          <a:cs typeface="+mn-cs"/>
                        </a:rPr>
                        <a:t>    public partial Widget(string name) : this()</a:t>
                      </a:r>
                      <a:endParaRPr lang="en-US" dirty="0">
                        <a:effectLst/>
                      </a:endParaRPr>
                    </a:p>
                    <a:p>
                      <a:pPr rtl="0" eaLnBrk="1" latinLnBrk="0" hangingPunct="1"/>
                      <a:r>
                        <a:rPr lang="en-US" sz="2560" b="0" i="0" kern="1200" dirty="0">
                          <a:solidFill>
                            <a:schemeClr val="tx1"/>
                          </a:solidFill>
                          <a:effectLst/>
                          <a:latin typeface="+mn-lt"/>
                          <a:ea typeface="+mn-ea"/>
                          <a:cs typeface="+mn-cs"/>
                        </a:rPr>
                        <a:t>    {</a:t>
                      </a:r>
                      <a:endParaRPr lang="en-US" dirty="0">
                        <a:effectLst/>
                      </a:endParaRPr>
                    </a:p>
                    <a:p>
                      <a:pPr rtl="0" eaLnBrk="1" latinLnBrk="0" hangingPunct="1"/>
                      <a:r>
                        <a:rPr lang="en-US" sz="2560" b="0" i="0" kern="1200" dirty="0">
                          <a:solidFill>
                            <a:schemeClr val="tx1"/>
                          </a:solidFill>
                          <a:effectLst/>
                          <a:latin typeface="+mn-lt"/>
                          <a:ea typeface="+mn-ea"/>
                          <a:cs typeface="+mn-cs"/>
                        </a:rPr>
                        <a:t>        _name = name;</a:t>
                      </a:r>
                      <a:endParaRPr lang="en-US" dirty="0">
                        <a:effectLst/>
                      </a:endParaRPr>
                    </a:p>
                    <a:p>
                      <a:pPr rtl="0" eaLnBrk="1" latinLnBrk="0" hangingPunct="1"/>
                      <a:r>
                        <a:rPr lang="en-US" sz="2560" b="0" i="0" kern="1200" dirty="0">
                          <a:solidFill>
                            <a:schemeClr val="tx1"/>
                          </a:solidFill>
                          <a:effectLst/>
                          <a:latin typeface="+mn-lt"/>
                          <a:ea typeface="+mn-ea"/>
                          <a:cs typeface="+mn-cs"/>
                        </a:rPr>
                        <a:t>    }</a:t>
                      </a:r>
                    </a:p>
                    <a:p>
                      <a:pPr rtl="0" eaLnBrk="1" latinLnBrk="0" hangingPunct="1"/>
                      <a:endParaRPr lang="en-US" dirty="0">
                        <a:effectLst/>
                      </a:endParaRPr>
                    </a:p>
                    <a:p>
                      <a:pPr rtl="0" eaLnBrk="1" latinLnBrk="0" hangingPunct="1"/>
                      <a:r>
                        <a:rPr lang="en-US" sz="2560" b="0" i="0" kern="1200" dirty="0">
                          <a:solidFill>
                            <a:schemeClr val="tx1"/>
                          </a:solidFill>
                          <a:effectLst/>
                          <a:latin typeface="+mn-lt"/>
                          <a:ea typeface="+mn-ea"/>
                          <a:cs typeface="+mn-cs"/>
                        </a:rPr>
                        <a:t>    public partial event </a:t>
                      </a:r>
                      <a:r>
                        <a:rPr lang="en-US" sz="2560" b="0" i="0" kern="1200" dirty="0" err="1">
                          <a:solidFill>
                            <a:schemeClr val="tx1"/>
                          </a:solidFill>
                          <a:effectLst/>
                          <a:latin typeface="+mn-lt"/>
                          <a:ea typeface="+mn-ea"/>
                          <a:cs typeface="+mn-cs"/>
                        </a:rPr>
                        <a:t>EventHandler</a:t>
                      </a:r>
                      <a:r>
                        <a:rPr lang="en-US" sz="2560" b="0" i="0" kern="1200" dirty="0">
                          <a:solidFill>
                            <a:schemeClr val="tx1"/>
                          </a:solidFill>
                          <a:effectLst/>
                          <a:latin typeface="+mn-lt"/>
                          <a:ea typeface="+mn-ea"/>
                          <a:cs typeface="+mn-cs"/>
                        </a:rPr>
                        <a:t>? Started</a:t>
                      </a:r>
                      <a:endParaRPr lang="en-US" dirty="0">
                        <a:effectLst/>
                      </a:endParaRPr>
                    </a:p>
                    <a:p>
                      <a:pPr rtl="0" eaLnBrk="1" latinLnBrk="0" hangingPunct="1"/>
                      <a:r>
                        <a:rPr lang="en-US" sz="2560" b="0" i="0" kern="1200" dirty="0">
                          <a:solidFill>
                            <a:schemeClr val="tx1"/>
                          </a:solidFill>
                          <a:effectLst/>
                          <a:latin typeface="+mn-lt"/>
                          <a:ea typeface="+mn-ea"/>
                          <a:cs typeface="+mn-cs"/>
                        </a:rPr>
                        <a:t>    {</a:t>
                      </a:r>
                      <a:endParaRPr lang="en-US" dirty="0">
                        <a:effectLst/>
                      </a:endParaRPr>
                    </a:p>
                    <a:p>
                      <a:pPr rtl="0" eaLnBrk="1" latinLnBrk="0" hangingPunct="1"/>
                      <a:r>
                        <a:rPr lang="en-US" sz="2560" b="0" i="0" kern="1200" dirty="0">
                          <a:solidFill>
                            <a:schemeClr val="tx1"/>
                          </a:solidFill>
                          <a:effectLst/>
                          <a:latin typeface="+mn-lt"/>
                          <a:ea typeface="+mn-ea"/>
                          <a:cs typeface="+mn-cs"/>
                        </a:rPr>
                        <a:t>        add { /* add logic */ }</a:t>
                      </a:r>
                      <a:endParaRPr lang="en-US" dirty="0">
                        <a:effectLst/>
                      </a:endParaRPr>
                    </a:p>
                    <a:p>
                      <a:pPr rtl="0" eaLnBrk="1" latinLnBrk="0" hangingPunct="1"/>
                      <a:r>
                        <a:rPr lang="en-US" sz="2560" b="0" i="0" kern="1200" dirty="0">
                          <a:solidFill>
                            <a:schemeClr val="tx1"/>
                          </a:solidFill>
                          <a:effectLst/>
                          <a:latin typeface="+mn-lt"/>
                          <a:ea typeface="+mn-ea"/>
                          <a:cs typeface="+mn-cs"/>
                        </a:rPr>
                        <a:t>        remove { /* remove logic */ }</a:t>
                      </a:r>
                      <a:endParaRPr lang="en-US" dirty="0">
                        <a:effectLst/>
                      </a:endParaRPr>
                    </a:p>
                    <a:p>
                      <a:pPr rtl="0" eaLnBrk="1" latinLnBrk="0" hangingPunct="1"/>
                      <a:r>
                        <a:rPr lang="en-US" sz="2560" b="0" i="0" kern="1200" dirty="0">
                          <a:solidFill>
                            <a:schemeClr val="tx1"/>
                          </a:solidFill>
                          <a:effectLst/>
                          <a:latin typeface="+mn-lt"/>
                          <a:ea typeface="+mn-ea"/>
                          <a:cs typeface="+mn-cs"/>
                        </a:rPr>
                        <a:t>    }</a:t>
                      </a:r>
                      <a:endParaRPr lang="en-US" dirty="0">
                        <a:effectLst/>
                      </a:endParaRPr>
                    </a:p>
                    <a:p>
                      <a:pPr rtl="0" eaLnBrk="1" latinLnBrk="0" hangingPunct="1"/>
                      <a:r>
                        <a:rPr lang="en-US" sz="2560" b="0" i="0" kern="1200" dirty="0">
                          <a:solidFill>
                            <a:schemeClr val="tx1"/>
                          </a:solidFill>
                          <a:effectLst/>
                          <a:latin typeface="+mn-lt"/>
                          <a:ea typeface="+mn-ea"/>
                          <a:cs typeface="+mn-cs"/>
                        </a:rPr>
                        <a:t>}</a:t>
                      </a:r>
                      <a:endParaRPr lang="en-US" dirty="0">
                        <a:effectLst/>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D5D0DF"/>
                    </a:solidFill>
                  </a:tcPr>
                </a:tc>
                <a:extLst>
                  <a:ext uri="{0D108BD9-81ED-4DB2-BD59-A6C34878D82A}">
                    <a16:rowId xmlns:a16="http://schemas.microsoft.com/office/drawing/2014/main" val="3168341718"/>
                  </a:ext>
                </a:extLst>
              </a:tr>
            </a:tbl>
          </a:graphicData>
        </a:graphic>
      </p:graphicFrame>
    </p:spTree>
    <p:extLst>
      <p:ext uri="{BB962C8B-B14F-4D97-AF65-F5344CB8AC3E}">
        <p14:creationId xmlns:p14="http://schemas.microsoft.com/office/powerpoint/2010/main" val="40786334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64DD44-6725-1BCD-E109-13AD634E178C}"/>
              </a:ext>
            </a:extLst>
          </p:cNvPr>
          <p:cNvSpPr>
            <a:spLocks noGrp="1"/>
          </p:cNvSpPr>
          <p:nvPr>
            <p:ph type="title"/>
          </p:nvPr>
        </p:nvSpPr>
        <p:spPr/>
        <p:txBody>
          <a:bodyPr/>
          <a:lstStyle/>
          <a:p>
            <a:r>
              <a:rPr lang="en-US" dirty="0"/>
              <a:t>ASP.NET CORE</a:t>
            </a:r>
          </a:p>
        </p:txBody>
      </p:sp>
      <p:sp>
        <p:nvSpPr>
          <p:cNvPr id="3" name="Slide Number Placeholder 2">
            <a:extLst>
              <a:ext uri="{FF2B5EF4-FFF2-40B4-BE49-F238E27FC236}">
                <a16:creationId xmlns:a16="http://schemas.microsoft.com/office/drawing/2014/main" id="{BAB64F30-4A98-989A-CD55-CB779BBB21C6}"/>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15</a:t>
            </a:fld>
            <a:endParaRPr lang="en-RU" dirty="0"/>
          </a:p>
        </p:txBody>
      </p:sp>
      <p:sp>
        <p:nvSpPr>
          <p:cNvPr id="4" name="Content Placeholder 3">
            <a:extLst>
              <a:ext uri="{FF2B5EF4-FFF2-40B4-BE49-F238E27FC236}">
                <a16:creationId xmlns:a16="http://schemas.microsoft.com/office/drawing/2014/main" id="{4D7FF8DB-06EF-B64D-AA74-EBD65E8A807A}"/>
              </a:ext>
            </a:extLst>
          </p:cNvPr>
          <p:cNvSpPr>
            <a:spLocks noGrp="1"/>
          </p:cNvSpPr>
          <p:nvPr>
            <p:ph sz="quarter" idx="10"/>
          </p:nvPr>
        </p:nvSpPr>
        <p:spPr/>
        <p:txBody>
          <a:bodyPr/>
          <a:lstStyle/>
          <a:p>
            <a:pPr marL="342900" indent="-342900">
              <a:buFont typeface="Arial" panose="020B0604020202020204" pitchFamily="34" charset="0"/>
              <a:buChar char="•"/>
            </a:pPr>
            <a:r>
              <a:rPr lang="en-US" dirty="0"/>
              <a:t>Validation support in minimal APIs</a:t>
            </a:r>
          </a:p>
          <a:p>
            <a:pPr marL="342900" indent="-342900">
              <a:buFont typeface="Arial" panose="020B0604020202020204" pitchFamily="34" charset="0"/>
              <a:buChar char="•"/>
            </a:pPr>
            <a:r>
              <a:rPr lang="en-US" dirty="0"/>
              <a:t>Support for Server-Sent Events</a:t>
            </a:r>
          </a:p>
          <a:p>
            <a:pPr marL="342900" indent="-342900">
              <a:buFont typeface="Arial" panose="020B0604020202020204" pitchFamily="34" charset="0"/>
              <a:buChar char="•"/>
            </a:pPr>
            <a:r>
              <a:rPr lang="en-US" dirty="0"/>
              <a:t>Blazor — Add a Not Found page using the Blazor Router</a:t>
            </a:r>
          </a:p>
        </p:txBody>
      </p:sp>
      <p:graphicFrame>
        <p:nvGraphicFramePr>
          <p:cNvPr id="5" name="Table 4">
            <a:extLst>
              <a:ext uri="{FF2B5EF4-FFF2-40B4-BE49-F238E27FC236}">
                <a16:creationId xmlns:a16="http://schemas.microsoft.com/office/drawing/2014/main" id="{09F5654E-CCD5-F2C0-8FBA-2CAAEECD77C8}"/>
              </a:ext>
            </a:extLst>
          </p:cNvPr>
          <p:cNvGraphicFramePr>
            <a:graphicFrameLocks noGrp="1"/>
          </p:cNvGraphicFramePr>
          <p:nvPr>
            <p:extLst>
              <p:ext uri="{D42A27DB-BD31-4B8C-83A1-F6EECF244321}">
                <p14:modId xmlns:p14="http://schemas.microsoft.com/office/powerpoint/2010/main" val="109484502"/>
              </p:ext>
            </p:extLst>
          </p:nvPr>
        </p:nvGraphicFramePr>
        <p:xfrm>
          <a:off x="2228760" y="4249331"/>
          <a:ext cx="13830480" cy="5577840"/>
        </p:xfrm>
        <a:graphic>
          <a:graphicData uri="http://schemas.openxmlformats.org/drawingml/2006/table">
            <a:tbl>
              <a:tblPr firstRow="1" bandRow="1"/>
              <a:tblGrid>
                <a:gridCol w="13830480">
                  <a:extLst>
                    <a:ext uri="{9D8B030D-6E8A-4147-A177-3AD203B41FA5}">
                      <a16:colId xmlns:a16="http://schemas.microsoft.com/office/drawing/2014/main" val="311002687"/>
                    </a:ext>
                  </a:extLst>
                </a:gridCol>
              </a:tblGrid>
              <a:tr h="3830447">
                <a:tc>
                  <a:txBody>
                    <a:bodyPr/>
                    <a:lstStyle/>
                    <a:p>
                      <a:pPr rtl="0" eaLnBrk="1" latinLnBrk="0" hangingPunct="1"/>
                      <a:r>
                        <a:rPr lang="en-US" sz="2400" b="0" i="0" dirty="0" err="1">
                          <a:solidFill>
                            <a:srgbClr val="242424"/>
                          </a:solidFill>
                          <a:effectLst/>
                          <a:latin typeface="source-code-pro"/>
                        </a:rPr>
                        <a:t>app.MapGet</a:t>
                      </a:r>
                      <a:r>
                        <a:rPr lang="en-US" sz="2400" b="0" i="0" dirty="0">
                          <a:solidFill>
                            <a:srgbClr val="242424"/>
                          </a:solidFill>
                          <a:effectLst/>
                          <a:latin typeface="source-code-pro"/>
                        </a:rPr>
                        <a:t>(</a:t>
                      </a:r>
                      <a:r>
                        <a:rPr lang="en-US" sz="2400" b="0" i="0" dirty="0">
                          <a:solidFill>
                            <a:srgbClr val="C41A16"/>
                          </a:solidFill>
                          <a:effectLst/>
                          <a:latin typeface="source-code-pro"/>
                        </a:rPr>
                        <a:t>"/notifications"</a:t>
                      </a:r>
                      <a:r>
                        <a:rPr lang="en-US" sz="2400" b="0" i="0" dirty="0">
                          <a:solidFill>
                            <a:srgbClr val="242424"/>
                          </a:solidFill>
                          <a:effectLst/>
                          <a:latin typeface="source-code-pro"/>
                        </a:rPr>
                        <a:t>, (</a:t>
                      </a:r>
                      <a:r>
                        <a:rPr lang="en-US" sz="2400" b="0" i="0" dirty="0" err="1">
                          <a:solidFill>
                            <a:srgbClr val="242424"/>
                          </a:solidFill>
                          <a:effectLst/>
                          <a:latin typeface="source-code-pro"/>
                        </a:rPr>
                        <a:t>IRandomizerString</a:t>
                      </a:r>
                      <a:r>
                        <a:rPr lang="en-US" sz="2400" b="0" i="0" dirty="0">
                          <a:solidFill>
                            <a:srgbClr val="242424"/>
                          </a:solidFill>
                          <a:effectLst/>
                          <a:latin typeface="source-code-pro"/>
                        </a:rPr>
                        <a:t> randomizer, CancellationToken token) =&gt;</a:t>
                      </a:r>
                      <a:br>
                        <a:rPr lang="en-US" sz="2400" dirty="0"/>
                      </a:br>
                      <a:r>
                        <a:rPr lang="en-US" sz="2400" b="0" i="0" dirty="0">
                          <a:solidFill>
                            <a:srgbClr val="242424"/>
                          </a:solidFill>
                          <a:effectLst/>
                          <a:latin typeface="source-code-pro"/>
                        </a:rPr>
                        <a:t>{</a:t>
                      </a:r>
                      <a:br>
                        <a:rPr lang="en-US" sz="2400" dirty="0"/>
                      </a:br>
                      <a:r>
                        <a:rPr lang="en-US" sz="2400" dirty="0"/>
                        <a:t>    </a:t>
                      </a:r>
                      <a:r>
                        <a:rPr lang="en-US" sz="2400" b="0" i="0" dirty="0">
                          <a:solidFill>
                            <a:srgbClr val="AA0D91"/>
                          </a:solidFill>
                          <a:effectLst/>
                          <a:latin typeface="source-code-pro"/>
                        </a:rPr>
                        <a:t>return</a:t>
                      </a:r>
                      <a:r>
                        <a:rPr lang="en-US" sz="2400" b="0" i="0" dirty="0">
                          <a:solidFill>
                            <a:srgbClr val="242424"/>
                          </a:solidFill>
                          <a:effectLst/>
                          <a:latin typeface="source-code-pro"/>
                        </a:rPr>
                        <a:t> </a:t>
                      </a:r>
                      <a:r>
                        <a:rPr lang="en-US" sz="2400" b="0" i="0" dirty="0" err="1">
                          <a:solidFill>
                            <a:srgbClr val="242424"/>
                          </a:solidFill>
                          <a:effectLst/>
                          <a:latin typeface="source-code-pro"/>
                        </a:rPr>
                        <a:t>TypedResults.ServerSentEvents</a:t>
                      </a:r>
                      <a:r>
                        <a:rPr lang="en-US" sz="2400" b="0" i="0" dirty="0">
                          <a:solidFill>
                            <a:srgbClr val="242424"/>
                          </a:solidFill>
                          <a:effectLst/>
                          <a:latin typeface="source-code-pro"/>
                        </a:rPr>
                        <a:t>(</a:t>
                      </a:r>
                      <a:r>
                        <a:rPr lang="en-US" sz="2400" b="0" i="0" dirty="0" err="1">
                          <a:solidFill>
                            <a:srgbClr val="242424"/>
                          </a:solidFill>
                          <a:effectLst/>
                          <a:latin typeface="source-code-pro"/>
                        </a:rPr>
                        <a:t>GetNotificationsAsync</a:t>
                      </a:r>
                      <a:r>
                        <a:rPr lang="en-US" sz="2400" b="0" i="0" dirty="0">
                          <a:solidFill>
                            <a:srgbClr val="242424"/>
                          </a:solidFill>
                          <a:effectLst/>
                          <a:latin typeface="source-code-pro"/>
                        </a:rPr>
                        <a:t>(randomizer, token), </a:t>
                      </a:r>
                      <a:r>
                        <a:rPr lang="en-US" sz="2400" b="0" i="0" dirty="0">
                          <a:solidFill>
                            <a:srgbClr val="C41A16"/>
                          </a:solidFill>
                          <a:effectLst/>
                          <a:latin typeface="source-code-pro"/>
                        </a:rPr>
                        <a:t>"notification"</a:t>
                      </a:r>
                      <a:r>
                        <a:rPr lang="en-US" sz="2400" b="0" i="0" dirty="0">
                          <a:solidFill>
                            <a:srgbClr val="242424"/>
                          </a:solidFill>
                          <a:effectLst/>
                          <a:latin typeface="source-code-pro"/>
                        </a:rPr>
                        <a:t>);</a:t>
                      </a:r>
                      <a:br>
                        <a:rPr lang="en-US" sz="2400" dirty="0"/>
                      </a:br>
                      <a:br>
                        <a:rPr lang="en-US" sz="2400" dirty="0"/>
                      </a:br>
                      <a:r>
                        <a:rPr lang="en-US" sz="2400" dirty="0"/>
                        <a:t>    </a:t>
                      </a:r>
                      <a:r>
                        <a:rPr lang="en-US" sz="2400" b="0" i="0" dirty="0">
                          <a:solidFill>
                            <a:srgbClr val="AA0D91"/>
                          </a:solidFill>
                          <a:effectLst/>
                          <a:latin typeface="source-code-pro"/>
                        </a:rPr>
                        <a:t>async</a:t>
                      </a:r>
                      <a:r>
                        <a:rPr lang="en-US" sz="2400" b="0" i="0" dirty="0">
                          <a:solidFill>
                            <a:srgbClr val="242424"/>
                          </a:solidFill>
                          <a:effectLst/>
                          <a:latin typeface="source-code-pro"/>
                        </a:rPr>
                        <a:t> </a:t>
                      </a:r>
                      <a:r>
                        <a:rPr lang="en-US" sz="2400" b="0" i="0" dirty="0" err="1">
                          <a:solidFill>
                            <a:srgbClr val="242424"/>
                          </a:solidFill>
                          <a:effectLst/>
                          <a:latin typeface="source-code-pro"/>
                        </a:rPr>
                        <a:t>IAsyncEnumerable</a:t>
                      </a:r>
                      <a:r>
                        <a:rPr lang="en-US" sz="2400" b="0" i="0" dirty="0">
                          <a:solidFill>
                            <a:srgbClr val="242424"/>
                          </a:solidFill>
                          <a:effectLst/>
                          <a:latin typeface="source-code-pro"/>
                        </a:rPr>
                        <a:t>&lt;</a:t>
                      </a:r>
                      <a:r>
                        <a:rPr lang="en-US" sz="2400" b="0" i="0" dirty="0" err="1">
                          <a:solidFill>
                            <a:srgbClr val="242424"/>
                          </a:solidFill>
                          <a:effectLst/>
                          <a:latin typeface="source-code-pro"/>
                        </a:rPr>
                        <a:t>NotificationEvent</a:t>
                      </a:r>
                      <a:r>
                        <a:rPr lang="en-US" sz="2400" b="0" i="0" dirty="0">
                          <a:solidFill>
                            <a:srgbClr val="242424"/>
                          </a:solidFill>
                          <a:effectLst/>
                          <a:latin typeface="source-code-pro"/>
                        </a:rPr>
                        <a:t>&gt; </a:t>
                      </a:r>
                      <a:r>
                        <a:rPr lang="en-US" sz="2400" b="0" i="0" dirty="0" err="1">
                          <a:solidFill>
                            <a:srgbClr val="1C00CF"/>
                          </a:solidFill>
                          <a:effectLst/>
                          <a:latin typeface="source-code-pro"/>
                        </a:rPr>
                        <a:t>GetNotificationsAsync</a:t>
                      </a:r>
                      <a:r>
                        <a:rPr lang="en-US" sz="2400" b="0" i="0" dirty="0">
                          <a:solidFill>
                            <a:srgbClr val="242424"/>
                          </a:solidFill>
                          <a:effectLst/>
                          <a:latin typeface="source-code-pro"/>
                        </a:rPr>
                        <a:t>(</a:t>
                      </a:r>
                    </a:p>
                    <a:p>
                      <a:pPr rtl="0" eaLnBrk="1" latinLnBrk="0" hangingPunct="1"/>
                      <a:r>
                        <a:rPr lang="en-US" sz="2400" b="0" i="0" dirty="0">
                          <a:solidFill>
                            <a:srgbClr val="5C2699"/>
                          </a:solidFill>
                          <a:effectLst/>
                          <a:latin typeface="source-code-pro"/>
                        </a:rPr>
                        <a:t>                </a:t>
                      </a:r>
                      <a:r>
                        <a:rPr lang="en-US" sz="2400" b="0" i="0" dirty="0" err="1">
                          <a:solidFill>
                            <a:srgbClr val="5C2699"/>
                          </a:solidFill>
                          <a:effectLst/>
                          <a:latin typeface="source-code-pro"/>
                        </a:rPr>
                        <a:t>IRandomizerString</a:t>
                      </a:r>
                      <a:r>
                        <a:rPr lang="en-US" sz="2400" b="0" i="0" dirty="0">
                          <a:solidFill>
                            <a:srgbClr val="5C2699"/>
                          </a:solidFill>
                          <a:effectLst/>
                          <a:latin typeface="source-code-pro"/>
                        </a:rPr>
                        <a:t> </a:t>
                      </a:r>
                      <a:r>
                        <a:rPr lang="en-US" sz="2400" b="0" i="0" dirty="0" err="1">
                          <a:solidFill>
                            <a:srgbClr val="5C2699"/>
                          </a:solidFill>
                          <a:effectLst/>
                          <a:latin typeface="source-code-pro"/>
                        </a:rPr>
                        <a:t>randomizerString</a:t>
                      </a:r>
                      <a:r>
                        <a:rPr lang="en-US" sz="2400" b="0" i="0" dirty="0">
                          <a:solidFill>
                            <a:srgbClr val="5C2699"/>
                          </a:solidFill>
                          <a:effectLst/>
                          <a:latin typeface="source-code-pro"/>
                        </a:rPr>
                        <a:t>, [</a:t>
                      </a:r>
                      <a:r>
                        <a:rPr lang="en-US" sz="2400" b="0" i="0" dirty="0" err="1">
                          <a:solidFill>
                            <a:srgbClr val="5C2699"/>
                          </a:solidFill>
                          <a:effectLst/>
                          <a:latin typeface="source-code-pro"/>
                        </a:rPr>
                        <a:t>EnumeratorCancellation</a:t>
                      </a:r>
                      <a:r>
                        <a:rPr lang="en-US" sz="2400" b="0" i="0" dirty="0">
                          <a:solidFill>
                            <a:srgbClr val="5C2699"/>
                          </a:solidFill>
                          <a:effectLst/>
                          <a:latin typeface="source-code-pro"/>
                        </a:rPr>
                        <a:t>] CancellationToken </a:t>
                      </a:r>
                      <a:r>
                        <a:rPr lang="en-US" sz="2400" b="0" i="0" dirty="0" err="1">
                          <a:solidFill>
                            <a:srgbClr val="5C2699"/>
                          </a:solidFill>
                          <a:effectLst/>
                          <a:latin typeface="source-code-pro"/>
                        </a:rPr>
                        <a:t>cancellationToken</a:t>
                      </a:r>
                      <a:r>
                        <a:rPr lang="en-US" sz="2400" b="0" i="0" dirty="0">
                          <a:solidFill>
                            <a:srgbClr val="242424"/>
                          </a:solidFill>
                          <a:effectLst/>
                          <a:latin typeface="source-code-pro"/>
                        </a:rPr>
                        <a:t>)</a:t>
                      </a:r>
                      <a:br>
                        <a:rPr lang="en-US" sz="2400" dirty="0"/>
                      </a:br>
                      <a:r>
                        <a:rPr lang="en-US" sz="2400" dirty="0"/>
                        <a:t>    </a:t>
                      </a:r>
                      <a:r>
                        <a:rPr lang="en-US" sz="2400" b="0" i="0" dirty="0">
                          <a:solidFill>
                            <a:srgbClr val="242424"/>
                          </a:solidFill>
                          <a:effectLst/>
                          <a:latin typeface="source-code-pro"/>
                        </a:rPr>
                        <a:t>{</a:t>
                      </a:r>
                      <a:br>
                        <a:rPr lang="en-US" sz="2400" dirty="0"/>
                      </a:br>
                      <a:r>
                        <a:rPr lang="en-US" sz="2400" dirty="0"/>
                        <a:t>        </a:t>
                      </a:r>
                      <a:r>
                        <a:rPr lang="en-US" sz="2400" b="0" i="0" dirty="0">
                          <a:solidFill>
                            <a:srgbClr val="AA0D91"/>
                          </a:solidFill>
                          <a:effectLst/>
                          <a:latin typeface="source-code-pro"/>
                        </a:rPr>
                        <a:t>while</a:t>
                      </a:r>
                      <a:r>
                        <a:rPr lang="en-US" sz="2400" b="0" i="0" dirty="0">
                          <a:solidFill>
                            <a:srgbClr val="242424"/>
                          </a:solidFill>
                          <a:effectLst/>
                          <a:latin typeface="source-code-pro"/>
                        </a:rPr>
                        <a:t> (!</a:t>
                      </a:r>
                      <a:r>
                        <a:rPr lang="en-US" sz="2400" b="0" i="0" dirty="0" err="1">
                          <a:solidFill>
                            <a:srgbClr val="242424"/>
                          </a:solidFill>
                          <a:effectLst/>
                          <a:latin typeface="source-code-pro"/>
                        </a:rPr>
                        <a:t>cancellationToken.IsCancellationRequested</a:t>
                      </a:r>
                      <a:r>
                        <a:rPr lang="en-US" sz="2400" b="0" i="0" dirty="0">
                          <a:solidFill>
                            <a:srgbClr val="242424"/>
                          </a:solidFill>
                          <a:effectLst/>
                          <a:latin typeface="source-code-pro"/>
                        </a:rPr>
                        <a:t>)</a:t>
                      </a:r>
                      <a:br>
                        <a:rPr lang="en-US" sz="2400" dirty="0"/>
                      </a:br>
                      <a:r>
                        <a:rPr lang="en-US" sz="2400" dirty="0"/>
                        <a:t>        </a:t>
                      </a:r>
                      <a:r>
                        <a:rPr lang="en-US" sz="2400" b="0" i="0" dirty="0">
                          <a:solidFill>
                            <a:srgbClr val="242424"/>
                          </a:solidFill>
                          <a:effectLst/>
                          <a:latin typeface="source-code-pro"/>
                        </a:rPr>
                        <a:t>{</a:t>
                      </a:r>
                      <a:br>
                        <a:rPr lang="en-US" sz="2400" dirty="0"/>
                      </a:br>
                      <a:r>
                        <a:rPr lang="en-US" sz="2400" dirty="0"/>
                        <a:t>            </a:t>
                      </a:r>
                      <a:r>
                        <a:rPr lang="en-US" sz="2400" b="0" i="0" dirty="0">
                          <a:solidFill>
                            <a:srgbClr val="AA0D91"/>
                          </a:solidFill>
                          <a:effectLst/>
                          <a:latin typeface="source-code-pro"/>
                        </a:rPr>
                        <a:t>await</a:t>
                      </a:r>
                      <a:r>
                        <a:rPr lang="en-US" sz="2400" b="0" i="0" dirty="0">
                          <a:solidFill>
                            <a:srgbClr val="242424"/>
                          </a:solidFill>
                          <a:effectLst/>
                          <a:latin typeface="source-code-pro"/>
                        </a:rPr>
                        <a:t> </a:t>
                      </a:r>
                      <a:r>
                        <a:rPr lang="en-US" sz="2400" b="0" i="0" dirty="0" err="1">
                          <a:solidFill>
                            <a:srgbClr val="242424"/>
                          </a:solidFill>
                          <a:effectLst/>
                          <a:latin typeface="source-code-pro"/>
                        </a:rPr>
                        <a:t>Task.Delay</a:t>
                      </a:r>
                      <a:r>
                        <a:rPr lang="en-US" sz="2400" b="0" i="0" dirty="0">
                          <a:solidFill>
                            <a:srgbClr val="242424"/>
                          </a:solidFill>
                          <a:effectLst/>
                          <a:latin typeface="source-code-pro"/>
                        </a:rPr>
                        <a:t>(</a:t>
                      </a:r>
                      <a:r>
                        <a:rPr lang="en-US" sz="2400" b="0" i="0" dirty="0">
                          <a:solidFill>
                            <a:srgbClr val="1C00CF"/>
                          </a:solidFill>
                          <a:effectLst/>
                          <a:latin typeface="source-code-pro"/>
                        </a:rPr>
                        <a:t>4000</a:t>
                      </a:r>
                      <a:r>
                        <a:rPr lang="en-US" sz="2400" b="0" i="0" dirty="0">
                          <a:solidFill>
                            <a:srgbClr val="242424"/>
                          </a:solidFill>
                          <a:effectLst/>
                          <a:latin typeface="source-code-pro"/>
                        </a:rPr>
                        <a:t>, </a:t>
                      </a:r>
                      <a:r>
                        <a:rPr lang="en-US" sz="2400" b="0" i="0" dirty="0" err="1">
                          <a:solidFill>
                            <a:srgbClr val="242424"/>
                          </a:solidFill>
                          <a:effectLst/>
                          <a:latin typeface="source-code-pro"/>
                        </a:rPr>
                        <a:t>cancellationToken</a:t>
                      </a:r>
                      <a:r>
                        <a:rPr lang="en-US" sz="2400" b="0" i="0" dirty="0">
                          <a:solidFill>
                            <a:srgbClr val="242424"/>
                          </a:solidFill>
                          <a:effectLst/>
                          <a:latin typeface="source-code-pro"/>
                        </a:rPr>
                        <a:t>);</a:t>
                      </a:r>
                      <a:br>
                        <a:rPr lang="en-US" sz="2400" dirty="0"/>
                      </a:br>
                      <a:br>
                        <a:rPr lang="en-US" sz="2400" dirty="0"/>
                      </a:br>
                      <a:r>
                        <a:rPr lang="en-US" sz="2400" dirty="0"/>
                        <a:t>            </a:t>
                      </a:r>
                      <a:r>
                        <a:rPr lang="en-US" sz="2400" b="0" i="0" dirty="0">
                          <a:solidFill>
                            <a:srgbClr val="AA0D91"/>
                          </a:solidFill>
                          <a:effectLst/>
                          <a:latin typeface="source-code-pro"/>
                        </a:rPr>
                        <a:t>yield</a:t>
                      </a:r>
                      <a:r>
                        <a:rPr lang="en-US" sz="2400" b="0" i="0" dirty="0">
                          <a:solidFill>
                            <a:srgbClr val="242424"/>
                          </a:solidFill>
                          <a:effectLst/>
                          <a:latin typeface="source-code-pro"/>
                        </a:rPr>
                        <a:t> </a:t>
                      </a:r>
                      <a:r>
                        <a:rPr lang="en-US" sz="2400" b="0" i="0" dirty="0">
                          <a:solidFill>
                            <a:srgbClr val="AA0D91"/>
                          </a:solidFill>
                          <a:effectLst/>
                          <a:latin typeface="source-code-pro"/>
                        </a:rPr>
                        <a:t>return</a:t>
                      </a:r>
                      <a:r>
                        <a:rPr lang="en-US" sz="2400" b="0" i="0" dirty="0">
                          <a:solidFill>
                            <a:srgbClr val="242424"/>
                          </a:solidFill>
                          <a:effectLst/>
                          <a:latin typeface="source-code-pro"/>
                        </a:rPr>
                        <a:t> </a:t>
                      </a:r>
                      <a:r>
                        <a:rPr lang="en-US" sz="2400" b="0" i="0" dirty="0">
                          <a:solidFill>
                            <a:srgbClr val="AA0D91"/>
                          </a:solidFill>
                          <a:effectLst/>
                          <a:latin typeface="source-code-pro"/>
                        </a:rPr>
                        <a:t>new</a:t>
                      </a:r>
                      <a:r>
                        <a:rPr lang="en-US" sz="2400" b="0" i="0" dirty="0">
                          <a:solidFill>
                            <a:srgbClr val="242424"/>
                          </a:solidFill>
                          <a:effectLst/>
                          <a:latin typeface="source-code-pro"/>
                        </a:rPr>
                        <a:t> </a:t>
                      </a:r>
                      <a:r>
                        <a:rPr lang="en-US" sz="2400" b="0" i="0" dirty="0" err="1">
                          <a:solidFill>
                            <a:srgbClr val="1C00CF"/>
                          </a:solidFill>
                          <a:effectLst/>
                          <a:latin typeface="source-code-pro"/>
                        </a:rPr>
                        <a:t>NotificationEvent</a:t>
                      </a:r>
                      <a:r>
                        <a:rPr lang="en-US" sz="2400" b="0" i="0" dirty="0">
                          <a:solidFill>
                            <a:srgbClr val="242424"/>
                          </a:solidFill>
                          <a:effectLst/>
                          <a:latin typeface="source-code-pro"/>
                        </a:rPr>
                        <a:t>(</a:t>
                      </a:r>
                      <a:r>
                        <a:rPr lang="en-US" sz="2400" b="0" i="0" dirty="0">
                          <a:solidFill>
                            <a:srgbClr val="5C2699"/>
                          </a:solidFill>
                          <a:effectLst/>
                          <a:latin typeface="source-code-pro"/>
                        </a:rPr>
                        <a:t>Guid.CreateVersion7(</a:t>
                      </a:r>
                      <a:r>
                        <a:rPr lang="en-US" sz="2400" b="0" i="0" dirty="0">
                          <a:solidFill>
                            <a:srgbClr val="242424"/>
                          </a:solidFill>
                          <a:effectLst/>
                          <a:latin typeface="source-code-pro"/>
                        </a:rPr>
                        <a:t>), </a:t>
                      </a:r>
                      <a:r>
                        <a:rPr lang="en-US" sz="2400" b="0" i="0" dirty="0" err="1">
                          <a:solidFill>
                            <a:srgbClr val="242424"/>
                          </a:solidFill>
                          <a:effectLst/>
                          <a:latin typeface="source-code-pro"/>
                        </a:rPr>
                        <a:t>randomizerString.</a:t>
                      </a:r>
                      <a:r>
                        <a:rPr lang="en-US" sz="2400" b="0" i="0" dirty="0" err="1">
                          <a:solidFill>
                            <a:srgbClr val="1C00CF"/>
                          </a:solidFill>
                          <a:effectLst/>
                          <a:latin typeface="source-code-pro"/>
                        </a:rPr>
                        <a:t>Generate</a:t>
                      </a:r>
                      <a:r>
                        <a:rPr lang="en-US" sz="2400" b="0" i="0" dirty="0">
                          <a:solidFill>
                            <a:srgbClr val="242424"/>
                          </a:solidFill>
                          <a:effectLst/>
                          <a:latin typeface="source-code-pro"/>
                        </a:rPr>
                        <a:t>());</a:t>
                      </a:r>
                      <a:br>
                        <a:rPr lang="en-US" sz="2400" dirty="0"/>
                      </a:br>
                      <a:r>
                        <a:rPr lang="en-US" sz="2400" dirty="0"/>
                        <a:t>        </a:t>
                      </a:r>
                      <a:r>
                        <a:rPr lang="en-US" sz="2400" b="0" i="0" dirty="0">
                          <a:solidFill>
                            <a:srgbClr val="242424"/>
                          </a:solidFill>
                          <a:effectLst/>
                          <a:latin typeface="source-code-pro"/>
                        </a:rPr>
                        <a:t>}</a:t>
                      </a:r>
                      <a:br>
                        <a:rPr lang="en-US" sz="2400" dirty="0"/>
                      </a:br>
                      <a:r>
                        <a:rPr lang="en-US" sz="2400" dirty="0"/>
                        <a:t>    </a:t>
                      </a:r>
                      <a:r>
                        <a:rPr lang="en-US" sz="2400" b="0" i="0" dirty="0">
                          <a:solidFill>
                            <a:srgbClr val="242424"/>
                          </a:solidFill>
                          <a:effectLst/>
                          <a:latin typeface="source-code-pro"/>
                        </a:rPr>
                        <a:t>}</a:t>
                      </a:r>
                      <a:br>
                        <a:rPr lang="en-US" sz="2400" dirty="0"/>
                      </a:br>
                      <a:r>
                        <a:rPr lang="en-US" sz="2400" b="0" i="0" dirty="0">
                          <a:solidFill>
                            <a:srgbClr val="242424"/>
                          </a:solidFill>
                          <a:effectLst/>
                          <a:latin typeface="source-code-pro"/>
                        </a:rPr>
                        <a:t>});</a:t>
                      </a:r>
                      <a:endParaRPr lang="en-US" sz="2400" dirty="0">
                        <a:effectLst/>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D5D0DF"/>
                    </a:solidFill>
                  </a:tcPr>
                </a:tc>
                <a:extLst>
                  <a:ext uri="{0D108BD9-81ED-4DB2-BD59-A6C34878D82A}">
                    <a16:rowId xmlns:a16="http://schemas.microsoft.com/office/drawing/2014/main" val="3168341718"/>
                  </a:ext>
                </a:extLst>
              </a:tr>
            </a:tbl>
          </a:graphicData>
        </a:graphic>
      </p:graphicFrame>
    </p:spTree>
    <p:extLst>
      <p:ext uri="{BB962C8B-B14F-4D97-AF65-F5344CB8AC3E}">
        <p14:creationId xmlns:p14="http://schemas.microsoft.com/office/powerpoint/2010/main" val="41145159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556A2-AFA2-8671-9F28-062388779E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D3F3EC-57FF-12BD-74F3-0ABA102E2680}"/>
              </a:ext>
            </a:extLst>
          </p:cNvPr>
          <p:cNvSpPr>
            <a:spLocks noGrp="1"/>
          </p:cNvSpPr>
          <p:nvPr>
            <p:ph type="title"/>
          </p:nvPr>
        </p:nvSpPr>
        <p:spPr/>
        <p:txBody>
          <a:bodyPr/>
          <a:lstStyle/>
          <a:p>
            <a:r>
              <a:rPr lang="en-US" dirty="0"/>
              <a:t>EFCORE</a:t>
            </a:r>
          </a:p>
        </p:txBody>
      </p:sp>
      <p:sp>
        <p:nvSpPr>
          <p:cNvPr id="3" name="Slide Number Placeholder 2">
            <a:extLst>
              <a:ext uri="{FF2B5EF4-FFF2-40B4-BE49-F238E27FC236}">
                <a16:creationId xmlns:a16="http://schemas.microsoft.com/office/drawing/2014/main" id="{8FE01912-2440-DC91-DFFD-03F45D221384}"/>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16</a:t>
            </a:fld>
            <a:endParaRPr lang="en-RU" dirty="0"/>
          </a:p>
        </p:txBody>
      </p:sp>
      <p:sp>
        <p:nvSpPr>
          <p:cNvPr id="4" name="Content Placeholder 3">
            <a:extLst>
              <a:ext uri="{FF2B5EF4-FFF2-40B4-BE49-F238E27FC236}">
                <a16:creationId xmlns:a16="http://schemas.microsoft.com/office/drawing/2014/main" id="{D293CC1D-C0AD-F8F0-CC70-328D86BD0ABF}"/>
              </a:ext>
            </a:extLst>
          </p:cNvPr>
          <p:cNvSpPr>
            <a:spLocks noGrp="1"/>
          </p:cNvSpPr>
          <p:nvPr>
            <p:ph sz="quarter" idx="10"/>
          </p:nvPr>
        </p:nvSpPr>
        <p:spPr/>
        <p:txBody>
          <a:bodyPr/>
          <a:lstStyle/>
          <a:p>
            <a:pPr marL="342900" indent="-342900">
              <a:buFont typeface="Arial" panose="020B0604020202020204" pitchFamily="34" charset="0"/>
              <a:buChar char="•"/>
            </a:pPr>
            <a:r>
              <a:rPr lang="en-US" dirty="0"/>
              <a:t>Support </a:t>
            </a:r>
            <a:r>
              <a:rPr lang="en-US" dirty="0" err="1"/>
              <a:t>LeftJoin</a:t>
            </a:r>
            <a:r>
              <a:rPr lang="en-US" dirty="0"/>
              <a:t> and </a:t>
            </a:r>
            <a:r>
              <a:rPr lang="en-US" dirty="0" err="1"/>
              <a:t>RightJoin</a:t>
            </a:r>
            <a:r>
              <a:rPr lang="en-US" dirty="0"/>
              <a:t> operator</a:t>
            </a:r>
          </a:p>
          <a:p>
            <a:pPr marL="342900" indent="-342900">
              <a:buFont typeface="Arial" panose="020B0604020202020204" pitchFamily="34" charset="0"/>
              <a:buChar char="•"/>
            </a:pPr>
            <a:r>
              <a:rPr lang="en-US" dirty="0"/>
              <a:t>JSON type</a:t>
            </a:r>
          </a:p>
        </p:txBody>
      </p:sp>
      <p:graphicFrame>
        <p:nvGraphicFramePr>
          <p:cNvPr id="5" name="Table 4">
            <a:extLst>
              <a:ext uri="{FF2B5EF4-FFF2-40B4-BE49-F238E27FC236}">
                <a16:creationId xmlns:a16="http://schemas.microsoft.com/office/drawing/2014/main" id="{556AFE98-8FAE-5CF4-45DC-735EADF7BFA0}"/>
              </a:ext>
            </a:extLst>
          </p:cNvPr>
          <p:cNvGraphicFramePr>
            <a:graphicFrameLocks noGrp="1"/>
          </p:cNvGraphicFramePr>
          <p:nvPr>
            <p:extLst>
              <p:ext uri="{D42A27DB-BD31-4B8C-83A1-F6EECF244321}">
                <p14:modId xmlns:p14="http://schemas.microsoft.com/office/powerpoint/2010/main" val="2143695768"/>
              </p:ext>
            </p:extLst>
          </p:nvPr>
        </p:nvGraphicFramePr>
        <p:xfrm>
          <a:off x="0" y="3960816"/>
          <a:ext cx="18288000" cy="6328664"/>
        </p:xfrm>
        <a:graphic>
          <a:graphicData uri="http://schemas.openxmlformats.org/drawingml/2006/table">
            <a:tbl>
              <a:tblPr firstRow="1" bandRow="1"/>
              <a:tblGrid>
                <a:gridCol w="9144000">
                  <a:extLst>
                    <a:ext uri="{9D8B030D-6E8A-4147-A177-3AD203B41FA5}">
                      <a16:colId xmlns:a16="http://schemas.microsoft.com/office/drawing/2014/main" val="311002687"/>
                    </a:ext>
                  </a:extLst>
                </a:gridCol>
                <a:gridCol w="9144000">
                  <a:extLst>
                    <a:ext uri="{9D8B030D-6E8A-4147-A177-3AD203B41FA5}">
                      <a16:colId xmlns:a16="http://schemas.microsoft.com/office/drawing/2014/main" val="1193293088"/>
                    </a:ext>
                  </a:extLst>
                </a:gridCol>
              </a:tblGrid>
              <a:tr h="1116584">
                <a:tc>
                  <a:txBody>
                    <a:bodyPr/>
                    <a:lstStyle/>
                    <a:p>
                      <a:pPr marL="0" algn="l" rtl="0" eaLnBrk="1" fontAlgn="ctr" latinLnBrk="0" hangingPunct="1">
                        <a:spcBef>
                          <a:spcPts val="0"/>
                        </a:spcBef>
                        <a:spcAft>
                          <a:spcPts val="0"/>
                        </a:spcAft>
                      </a:pPr>
                      <a:r>
                        <a:rPr lang="en-US" sz="2400" b="1" i="0" u="none" strike="noStrike" kern="1200" dirty="0">
                          <a:solidFill>
                            <a:srgbClr val="FFFFFF"/>
                          </a:solidFill>
                          <a:effectLst/>
                          <a:latin typeface="DA_FuturaPT Book" panose="020B0502020204020303" pitchFamily="34" charset="0"/>
                        </a:rPr>
                        <a:t>Before</a:t>
                      </a:r>
                      <a:endParaRPr lang="en-US" sz="1600" b="0" i="0" u="none" strike="noStrike" dirty="0">
                        <a:effectLst/>
                        <a:latin typeface="Arial" panose="020B0604020202020204" pitchFamily="34"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70529F"/>
                    </a:solidFill>
                  </a:tcPr>
                </a:tc>
                <a:tc>
                  <a:txBody>
                    <a:bodyPr/>
                    <a:lstStyle/>
                    <a:p>
                      <a:pPr marL="0" algn="l" rtl="0" eaLnBrk="1" fontAlgn="ctr" latinLnBrk="0" hangingPunct="1">
                        <a:spcBef>
                          <a:spcPts val="0"/>
                        </a:spcBef>
                        <a:spcAft>
                          <a:spcPts val="0"/>
                        </a:spcAft>
                      </a:pPr>
                      <a:r>
                        <a:rPr lang="en-US" sz="2400" b="1" i="0" u="none" strike="noStrike" kern="1200" dirty="0">
                          <a:solidFill>
                            <a:srgbClr val="FFFFFF"/>
                          </a:solidFill>
                          <a:effectLst/>
                          <a:latin typeface="DA_FuturaPT Book" panose="020B0502020204020303" pitchFamily="34" charset="0"/>
                        </a:rPr>
                        <a:t>After</a:t>
                      </a:r>
                      <a:endParaRPr lang="en-US" sz="1600" b="0" i="0" u="none" strike="noStrike" dirty="0">
                        <a:effectLst/>
                        <a:latin typeface="Arial" panose="020B0604020202020204" pitchFamily="34" charset="0"/>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70529F"/>
                    </a:solidFill>
                  </a:tcPr>
                </a:tc>
                <a:extLst>
                  <a:ext uri="{0D108BD9-81ED-4DB2-BD59-A6C34878D82A}">
                    <a16:rowId xmlns:a16="http://schemas.microsoft.com/office/drawing/2014/main" val="1721583934"/>
                  </a:ext>
                </a:extLst>
              </a:tr>
              <a:tr h="3830447">
                <a:tc>
                  <a:txBody>
                    <a:bodyPr/>
                    <a:lstStyle/>
                    <a:p>
                      <a:pPr rtl="0" eaLnBrk="1" latinLnBrk="0" hangingPunct="1"/>
                      <a:r>
                        <a:rPr lang="en-US" sz="2400" dirty="0">
                          <a:effectLst/>
                        </a:rPr>
                        <a:t>var query = students</a:t>
                      </a:r>
                    </a:p>
                    <a:p>
                      <a:pPr rtl="0" eaLnBrk="1" latinLnBrk="0" hangingPunct="1"/>
                      <a:r>
                        <a:rPr lang="en-US" sz="2400" dirty="0">
                          <a:effectLst/>
                        </a:rPr>
                        <a:t>    .</a:t>
                      </a:r>
                      <a:r>
                        <a:rPr lang="en-US" sz="2400" dirty="0" err="1">
                          <a:effectLst/>
                        </a:rPr>
                        <a:t>GroupJoin</a:t>
                      </a:r>
                      <a:r>
                        <a:rPr lang="en-US" sz="2400" dirty="0">
                          <a:effectLst/>
                        </a:rPr>
                        <a:t>(</a:t>
                      </a:r>
                    </a:p>
                    <a:p>
                      <a:pPr rtl="0" eaLnBrk="1" latinLnBrk="0" hangingPunct="1"/>
                      <a:r>
                        <a:rPr lang="en-US" sz="2400" dirty="0">
                          <a:effectLst/>
                        </a:rPr>
                        <a:t>        departments,</a:t>
                      </a:r>
                    </a:p>
                    <a:p>
                      <a:pPr rtl="0" eaLnBrk="1" latinLnBrk="0" hangingPunct="1"/>
                      <a:r>
                        <a:rPr lang="en-US" sz="2400" dirty="0">
                          <a:effectLst/>
                        </a:rPr>
                        <a:t>        student =&gt; </a:t>
                      </a:r>
                      <a:r>
                        <a:rPr lang="en-US" sz="2400" dirty="0" err="1">
                          <a:effectLst/>
                        </a:rPr>
                        <a:t>student.DepartmentID</a:t>
                      </a:r>
                      <a:r>
                        <a:rPr lang="en-US" sz="2400" dirty="0">
                          <a:effectLst/>
                        </a:rPr>
                        <a:t>,</a:t>
                      </a:r>
                    </a:p>
                    <a:p>
                      <a:pPr rtl="0" eaLnBrk="1" latinLnBrk="0" hangingPunct="1"/>
                      <a:r>
                        <a:rPr lang="en-US" sz="2400" dirty="0">
                          <a:effectLst/>
                        </a:rPr>
                        <a:t>        department =&gt; department.ID,</a:t>
                      </a:r>
                    </a:p>
                    <a:p>
                      <a:pPr rtl="0" eaLnBrk="1" latinLnBrk="0" hangingPunct="1"/>
                      <a:r>
                        <a:rPr lang="en-US" sz="2400" dirty="0">
                          <a:effectLst/>
                        </a:rPr>
                        <a:t>        (student, </a:t>
                      </a:r>
                      <a:r>
                        <a:rPr lang="en-US" sz="2400" dirty="0" err="1">
                          <a:effectLst/>
                        </a:rPr>
                        <a:t>departmentList</a:t>
                      </a:r>
                      <a:r>
                        <a:rPr lang="en-US" sz="2400" dirty="0">
                          <a:effectLst/>
                        </a:rPr>
                        <a:t>)=&gt; new{ student, subgroup = </a:t>
                      </a:r>
                      <a:r>
                        <a:rPr lang="en-US" sz="2400" dirty="0" err="1">
                          <a:effectLst/>
                        </a:rPr>
                        <a:t>departmentList</a:t>
                      </a:r>
                      <a:r>
                        <a:rPr lang="en-US" sz="2400" dirty="0">
                          <a:effectLst/>
                        </a:rPr>
                        <a:t> })</a:t>
                      </a:r>
                    </a:p>
                    <a:p>
                      <a:pPr rtl="0" eaLnBrk="1" latinLnBrk="0" hangingPunct="1"/>
                      <a:r>
                        <a:rPr lang="en-US" sz="2400" dirty="0">
                          <a:effectLst/>
                        </a:rPr>
                        <a:t>    .</a:t>
                      </a:r>
                      <a:r>
                        <a:rPr lang="en-US" sz="2400" dirty="0" err="1">
                          <a:effectLst/>
                        </a:rPr>
                        <a:t>SelectMany</a:t>
                      </a:r>
                      <a:r>
                        <a:rPr lang="en-US" sz="2400" dirty="0">
                          <a:effectLst/>
                        </a:rPr>
                        <a:t>(</a:t>
                      </a:r>
                    </a:p>
                    <a:p>
                      <a:pPr rtl="0" eaLnBrk="1" latinLnBrk="0" hangingPunct="1"/>
                      <a:r>
                        <a:rPr lang="en-US" sz="2400" dirty="0">
                          <a:effectLst/>
                        </a:rPr>
                        <a:t>        </a:t>
                      </a:r>
                      <a:r>
                        <a:rPr lang="en-US" sz="2400" dirty="0" err="1">
                          <a:effectLst/>
                        </a:rPr>
                        <a:t>joinedSet</a:t>
                      </a:r>
                      <a:r>
                        <a:rPr lang="en-US" sz="2400" dirty="0">
                          <a:effectLst/>
                        </a:rPr>
                        <a:t> =&gt; </a:t>
                      </a:r>
                      <a:r>
                        <a:rPr lang="en-US" sz="2400" dirty="0" err="1">
                          <a:effectLst/>
                        </a:rPr>
                        <a:t>joinedSet.subgroup.DefaultIfEmpty</a:t>
                      </a:r>
                      <a:r>
                        <a:rPr lang="en-US" sz="2400" dirty="0">
                          <a:effectLst/>
                        </a:rPr>
                        <a:t>(),</a:t>
                      </a:r>
                    </a:p>
                    <a:p>
                      <a:pPr rtl="0" eaLnBrk="1" latinLnBrk="0" hangingPunct="1"/>
                      <a:r>
                        <a:rPr lang="en-US" sz="2400" dirty="0">
                          <a:effectLst/>
                        </a:rPr>
                        <a:t>        (student, department) =&gt; new</a:t>
                      </a:r>
                    </a:p>
                    <a:p>
                      <a:pPr rtl="0" eaLnBrk="1" latinLnBrk="0" hangingPunct="1"/>
                      <a:r>
                        <a:rPr lang="en-US" sz="2400" dirty="0">
                          <a:effectLst/>
                        </a:rPr>
                        <a:t>        {</a:t>
                      </a:r>
                    </a:p>
                    <a:p>
                      <a:pPr rtl="0" eaLnBrk="1" latinLnBrk="0" hangingPunct="1"/>
                      <a:r>
                        <a:rPr lang="en-US" sz="2400" dirty="0">
                          <a:effectLst/>
                        </a:rPr>
                        <a:t>            </a:t>
                      </a:r>
                      <a:r>
                        <a:rPr lang="en-US" sz="2400" dirty="0" err="1">
                          <a:effectLst/>
                        </a:rPr>
                        <a:t>student.student.FirstName</a:t>
                      </a:r>
                      <a:r>
                        <a:rPr lang="en-US" sz="2400" dirty="0">
                          <a:effectLst/>
                        </a:rPr>
                        <a:t>,</a:t>
                      </a:r>
                    </a:p>
                    <a:p>
                      <a:pPr rtl="0" eaLnBrk="1" latinLnBrk="0" hangingPunct="1"/>
                      <a:r>
                        <a:rPr lang="en-US" sz="2400" dirty="0">
                          <a:effectLst/>
                        </a:rPr>
                        <a:t>            </a:t>
                      </a:r>
                      <a:r>
                        <a:rPr lang="en-US" sz="2400" dirty="0" err="1">
                          <a:effectLst/>
                        </a:rPr>
                        <a:t>student.student.LastName</a:t>
                      </a:r>
                      <a:r>
                        <a:rPr lang="en-US" sz="2400" dirty="0">
                          <a:effectLst/>
                        </a:rPr>
                        <a:t>,</a:t>
                      </a:r>
                    </a:p>
                    <a:p>
                      <a:pPr rtl="0" eaLnBrk="1" latinLnBrk="0" hangingPunct="1"/>
                      <a:r>
                        <a:rPr lang="en-US" sz="2400" dirty="0">
                          <a:effectLst/>
                        </a:rPr>
                        <a:t>            Department = </a:t>
                      </a:r>
                      <a:r>
                        <a:rPr lang="en-US" sz="2400" dirty="0" err="1">
                          <a:effectLst/>
                        </a:rPr>
                        <a:t>department.Name</a:t>
                      </a:r>
                      <a:r>
                        <a:rPr lang="en-US" sz="2400" dirty="0">
                          <a:effectLst/>
                        </a:rPr>
                        <a:t> ?? "[NONE]"</a:t>
                      </a:r>
                    </a:p>
                    <a:p>
                      <a:pPr rtl="0" eaLnBrk="1" latinLnBrk="0" hangingPunct="1"/>
                      <a:r>
                        <a:rPr lang="en-US" sz="2400" dirty="0">
                          <a:effectLst/>
                        </a:rPr>
                        <a:t>        });</a:t>
                      </a: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D5D0DF"/>
                    </a:solidFill>
                  </a:tcPr>
                </a:tc>
                <a:tc>
                  <a:txBody>
                    <a:bodyPr/>
                    <a:lstStyle/>
                    <a:p>
                      <a:pPr rtl="0" eaLnBrk="1" latinLnBrk="0" hangingPunct="1"/>
                      <a:r>
                        <a:rPr lang="en-US" sz="2400" b="0" i="0" kern="1200" dirty="0">
                          <a:solidFill>
                            <a:schemeClr val="tx1"/>
                          </a:solidFill>
                          <a:effectLst/>
                          <a:latin typeface="+mn-lt"/>
                          <a:ea typeface="+mn-ea"/>
                          <a:cs typeface="+mn-cs"/>
                        </a:rPr>
                        <a:t>var query = students</a:t>
                      </a:r>
                    </a:p>
                    <a:p>
                      <a:pPr rtl="0" eaLnBrk="1" latinLnBrk="0" hangingPunct="1"/>
                      <a:r>
                        <a:rPr lang="en-US" sz="2400" b="0" i="0" kern="1200" dirty="0">
                          <a:solidFill>
                            <a:schemeClr val="tx1"/>
                          </a:solidFill>
                          <a:effectLst/>
                          <a:latin typeface="+mn-lt"/>
                          <a:ea typeface="+mn-ea"/>
                          <a:cs typeface="+mn-cs"/>
                        </a:rPr>
                        <a:t>    .</a:t>
                      </a:r>
                      <a:r>
                        <a:rPr lang="en-US" sz="2400" b="0" i="0" kern="1200" dirty="0" err="1">
                          <a:solidFill>
                            <a:schemeClr val="tx1"/>
                          </a:solidFill>
                          <a:effectLst/>
                          <a:latin typeface="+mn-lt"/>
                          <a:ea typeface="+mn-ea"/>
                          <a:cs typeface="+mn-cs"/>
                        </a:rPr>
                        <a:t>LeftJoin</a:t>
                      </a:r>
                      <a:r>
                        <a:rPr lang="en-US" sz="2400" b="0" i="0" kern="1200" dirty="0">
                          <a:solidFill>
                            <a:schemeClr val="tx1"/>
                          </a:solidFill>
                          <a:effectLst/>
                          <a:latin typeface="+mn-lt"/>
                          <a:ea typeface="+mn-ea"/>
                          <a:cs typeface="+mn-cs"/>
                        </a:rPr>
                        <a:t>(</a:t>
                      </a:r>
                    </a:p>
                    <a:p>
                      <a:pPr rtl="0" eaLnBrk="1" latinLnBrk="0" hangingPunct="1"/>
                      <a:r>
                        <a:rPr lang="en-US" sz="2400" b="0" i="0" kern="1200" dirty="0">
                          <a:solidFill>
                            <a:schemeClr val="tx1"/>
                          </a:solidFill>
                          <a:effectLst/>
                          <a:latin typeface="+mn-lt"/>
                          <a:ea typeface="+mn-ea"/>
                          <a:cs typeface="+mn-cs"/>
                        </a:rPr>
                        <a:t>        departments,</a:t>
                      </a:r>
                    </a:p>
                    <a:p>
                      <a:pPr rtl="0" eaLnBrk="1" latinLnBrk="0" hangingPunct="1"/>
                      <a:r>
                        <a:rPr lang="en-US" sz="2400" b="0" i="0" kern="1200" dirty="0">
                          <a:solidFill>
                            <a:schemeClr val="tx1"/>
                          </a:solidFill>
                          <a:effectLst/>
                          <a:latin typeface="+mn-lt"/>
                          <a:ea typeface="+mn-ea"/>
                          <a:cs typeface="+mn-cs"/>
                        </a:rPr>
                        <a:t>        student =&gt; </a:t>
                      </a:r>
                      <a:r>
                        <a:rPr lang="en-US" sz="2400" b="0" i="0" kern="1200" dirty="0" err="1">
                          <a:solidFill>
                            <a:schemeClr val="tx1"/>
                          </a:solidFill>
                          <a:effectLst/>
                          <a:latin typeface="+mn-lt"/>
                          <a:ea typeface="+mn-ea"/>
                          <a:cs typeface="+mn-cs"/>
                        </a:rPr>
                        <a:t>student.DepartmentID</a:t>
                      </a:r>
                      <a:r>
                        <a:rPr lang="en-US" sz="2400" b="0" i="0" kern="1200" dirty="0">
                          <a:solidFill>
                            <a:schemeClr val="tx1"/>
                          </a:solidFill>
                          <a:effectLst/>
                          <a:latin typeface="+mn-lt"/>
                          <a:ea typeface="+mn-ea"/>
                          <a:cs typeface="+mn-cs"/>
                        </a:rPr>
                        <a:t>,</a:t>
                      </a:r>
                    </a:p>
                    <a:p>
                      <a:pPr rtl="0" eaLnBrk="1" latinLnBrk="0" hangingPunct="1"/>
                      <a:r>
                        <a:rPr lang="en-US" sz="2400" b="0" i="0" kern="1200" dirty="0">
                          <a:solidFill>
                            <a:schemeClr val="tx1"/>
                          </a:solidFill>
                          <a:effectLst/>
                          <a:latin typeface="+mn-lt"/>
                          <a:ea typeface="+mn-ea"/>
                          <a:cs typeface="+mn-cs"/>
                        </a:rPr>
                        <a:t>        department =&gt; department.ID,</a:t>
                      </a:r>
                    </a:p>
                    <a:p>
                      <a:pPr rtl="0" eaLnBrk="1" latinLnBrk="0" hangingPunct="1"/>
                      <a:r>
                        <a:rPr lang="en-US" sz="2400" b="0" i="0" kern="1200" dirty="0">
                          <a:solidFill>
                            <a:schemeClr val="tx1"/>
                          </a:solidFill>
                          <a:effectLst/>
                          <a:latin typeface="+mn-lt"/>
                          <a:ea typeface="+mn-ea"/>
                          <a:cs typeface="+mn-cs"/>
                        </a:rPr>
                        <a:t>        (student, department) =&gt; new </a:t>
                      </a:r>
                    </a:p>
                    <a:p>
                      <a:pPr rtl="0" eaLnBrk="1" latinLnBrk="0" hangingPunct="1"/>
                      <a:r>
                        <a:rPr lang="en-US" sz="2400" b="0" i="0" kern="1200" dirty="0">
                          <a:solidFill>
                            <a:schemeClr val="tx1"/>
                          </a:solidFill>
                          <a:effectLst/>
                          <a:latin typeface="+mn-lt"/>
                          <a:ea typeface="+mn-ea"/>
                          <a:cs typeface="+mn-cs"/>
                        </a:rPr>
                        <a:t>        { </a:t>
                      </a:r>
                    </a:p>
                    <a:p>
                      <a:pPr rtl="0" eaLnBrk="1" latinLnBrk="0" hangingPunct="1"/>
                      <a:r>
                        <a:rPr lang="en-US" sz="2400" b="0" i="0" kern="1200" dirty="0">
                          <a:solidFill>
                            <a:schemeClr val="tx1"/>
                          </a:solidFill>
                          <a:effectLst/>
                          <a:latin typeface="+mn-lt"/>
                          <a:ea typeface="+mn-ea"/>
                          <a:cs typeface="+mn-cs"/>
                        </a:rPr>
                        <a:t>            </a:t>
                      </a:r>
                      <a:r>
                        <a:rPr lang="en-US" sz="2400" b="0" i="0" kern="1200" dirty="0" err="1">
                          <a:solidFill>
                            <a:schemeClr val="tx1"/>
                          </a:solidFill>
                          <a:effectLst/>
                          <a:latin typeface="+mn-lt"/>
                          <a:ea typeface="+mn-ea"/>
                          <a:cs typeface="+mn-cs"/>
                        </a:rPr>
                        <a:t>student.FirstName</a:t>
                      </a:r>
                      <a:r>
                        <a:rPr lang="en-US" sz="2400" b="0" i="0" kern="1200" dirty="0">
                          <a:solidFill>
                            <a:schemeClr val="tx1"/>
                          </a:solidFill>
                          <a:effectLst/>
                          <a:latin typeface="+mn-lt"/>
                          <a:ea typeface="+mn-ea"/>
                          <a:cs typeface="+mn-cs"/>
                        </a:rPr>
                        <a:t>,</a:t>
                      </a:r>
                    </a:p>
                    <a:p>
                      <a:pPr rtl="0" eaLnBrk="1" latinLnBrk="0" hangingPunct="1"/>
                      <a:r>
                        <a:rPr lang="en-US" sz="2400" b="0" i="0" kern="1200" dirty="0">
                          <a:solidFill>
                            <a:schemeClr val="tx1"/>
                          </a:solidFill>
                          <a:effectLst/>
                          <a:latin typeface="+mn-lt"/>
                          <a:ea typeface="+mn-ea"/>
                          <a:cs typeface="+mn-cs"/>
                        </a:rPr>
                        <a:t>            </a:t>
                      </a:r>
                      <a:r>
                        <a:rPr lang="en-US" sz="2400" b="0" i="0" kern="1200" dirty="0" err="1">
                          <a:solidFill>
                            <a:schemeClr val="tx1"/>
                          </a:solidFill>
                          <a:effectLst/>
                          <a:latin typeface="+mn-lt"/>
                          <a:ea typeface="+mn-ea"/>
                          <a:cs typeface="+mn-cs"/>
                        </a:rPr>
                        <a:t>student.LastName</a:t>
                      </a:r>
                      <a:r>
                        <a:rPr lang="en-US" sz="2400" b="0" i="0" kern="1200" dirty="0">
                          <a:solidFill>
                            <a:schemeClr val="tx1"/>
                          </a:solidFill>
                          <a:effectLst/>
                          <a:latin typeface="+mn-lt"/>
                          <a:ea typeface="+mn-ea"/>
                          <a:cs typeface="+mn-cs"/>
                        </a:rPr>
                        <a:t>,</a:t>
                      </a:r>
                    </a:p>
                    <a:p>
                      <a:pPr rtl="0" eaLnBrk="1" latinLnBrk="0" hangingPunct="1"/>
                      <a:r>
                        <a:rPr lang="en-US" sz="2400" b="0" i="0" kern="1200" dirty="0">
                          <a:solidFill>
                            <a:schemeClr val="tx1"/>
                          </a:solidFill>
                          <a:effectLst/>
                          <a:latin typeface="+mn-lt"/>
                          <a:ea typeface="+mn-ea"/>
                          <a:cs typeface="+mn-cs"/>
                        </a:rPr>
                        <a:t>            Department = </a:t>
                      </a:r>
                      <a:r>
                        <a:rPr lang="en-US" sz="2400" b="0" i="0" kern="1200" dirty="0" err="1">
                          <a:solidFill>
                            <a:schemeClr val="tx1"/>
                          </a:solidFill>
                          <a:effectLst/>
                          <a:latin typeface="+mn-lt"/>
                          <a:ea typeface="+mn-ea"/>
                          <a:cs typeface="+mn-cs"/>
                        </a:rPr>
                        <a:t>department.Name</a:t>
                      </a:r>
                      <a:r>
                        <a:rPr lang="en-US" sz="2400" b="0" i="0" kern="1200" dirty="0">
                          <a:solidFill>
                            <a:schemeClr val="tx1"/>
                          </a:solidFill>
                          <a:effectLst/>
                          <a:latin typeface="+mn-lt"/>
                          <a:ea typeface="+mn-ea"/>
                          <a:cs typeface="+mn-cs"/>
                        </a:rPr>
                        <a:t> ?? "[NONE]"</a:t>
                      </a:r>
                    </a:p>
                    <a:p>
                      <a:pPr rtl="0" eaLnBrk="1" latinLnBrk="0" hangingPunct="1"/>
                      <a:r>
                        <a:rPr lang="en-US" sz="2400" b="0" i="0" kern="1200" dirty="0">
                          <a:solidFill>
                            <a:schemeClr val="tx1"/>
                          </a:solidFill>
                          <a:effectLst/>
                          <a:latin typeface="+mn-lt"/>
                          <a:ea typeface="+mn-ea"/>
                          <a:cs typeface="+mn-cs"/>
                        </a:rPr>
                        <a:t>        });</a:t>
                      </a:r>
                      <a:endParaRPr lang="en-US" sz="2400" dirty="0">
                        <a:effectLst/>
                      </a:endParaRPr>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38100" cap="flat" cmpd="sng" algn="ctr">
                      <a:solidFill>
                        <a:srgbClr val="FFFFFF"/>
                      </a:solidFill>
                      <a:prstDash val="solid"/>
                      <a:round/>
                      <a:headEnd type="none" w="med" len="med"/>
                      <a:tailEnd type="none" w="med" len="med"/>
                    </a:lnT>
                    <a:lnB w="38100" cap="flat" cmpd="sng" algn="ctr">
                      <a:solidFill>
                        <a:srgbClr val="FFFFFF"/>
                      </a:solidFill>
                      <a:prstDash val="solid"/>
                      <a:round/>
                      <a:headEnd type="none" w="med" len="med"/>
                      <a:tailEnd type="none" w="med" len="med"/>
                    </a:lnB>
                    <a:solidFill>
                      <a:srgbClr val="D5D0DF"/>
                    </a:solidFill>
                  </a:tcPr>
                </a:tc>
                <a:extLst>
                  <a:ext uri="{0D108BD9-81ED-4DB2-BD59-A6C34878D82A}">
                    <a16:rowId xmlns:a16="http://schemas.microsoft.com/office/drawing/2014/main" val="3168341718"/>
                  </a:ext>
                </a:extLst>
              </a:tr>
            </a:tbl>
          </a:graphicData>
        </a:graphic>
      </p:graphicFrame>
    </p:spTree>
    <p:extLst>
      <p:ext uri="{BB962C8B-B14F-4D97-AF65-F5344CB8AC3E}">
        <p14:creationId xmlns:p14="http://schemas.microsoft.com/office/powerpoint/2010/main" val="24950549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A5758-67B9-4F27-A311-26B525FAAC33}"/>
              </a:ext>
            </a:extLst>
          </p:cNvPr>
          <p:cNvSpPr>
            <a:spLocks noGrp="1"/>
          </p:cNvSpPr>
          <p:nvPr>
            <p:ph type="title"/>
          </p:nvPr>
        </p:nvSpPr>
        <p:spPr>
          <a:noFill/>
        </p:spPr>
        <p:txBody>
          <a:bodyPr vert="horz" lIns="0" tIns="0" rIns="0" bIns="0" rtlCol="0" anchor="t" anchorCtr="0">
            <a:noAutofit/>
          </a:bodyPr>
          <a:lstStyle/>
          <a:p>
            <a:r>
              <a:rPr lang="en-US" dirty="0"/>
              <a:t>Templates</a:t>
            </a:r>
          </a:p>
        </p:txBody>
      </p:sp>
      <p:sp>
        <p:nvSpPr>
          <p:cNvPr id="3" name="Slide Number Placeholder 2">
            <a:extLst>
              <a:ext uri="{FF2B5EF4-FFF2-40B4-BE49-F238E27FC236}">
                <a16:creationId xmlns:a16="http://schemas.microsoft.com/office/drawing/2014/main" id="{11ECEE98-9742-4B57-B69A-F514A70046C2}"/>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17</a:t>
            </a:fld>
            <a:endParaRPr lang="en-RU" dirty="0"/>
          </a:p>
        </p:txBody>
      </p:sp>
      <p:sp>
        <p:nvSpPr>
          <p:cNvPr id="4" name="Content Placeholder 3">
            <a:extLst>
              <a:ext uri="{FF2B5EF4-FFF2-40B4-BE49-F238E27FC236}">
                <a16:creationId xmlns:a16="http://schemas.microsoft.com/office/drawing/2014/main" id="{787CA52A-DDB3-4092-B9E6-06298863AE78}"/>
              </a:ext>
            </a:extLst>
          </p:cNvPr>
          <p:cNvSpPr>
            <a:spLocks noGrp="1"/>
          </p:cNvSpPr>
          <p:nvPr>
            <p:ph sz="quarter" idx="10"/>
          </p:nvPr>
        </p:nvSpPr>
        <p:spPr/>
        <p:txBody>
          <a:bodyPr vert="horz" lIns="0" tIns="0" rIns="0" bIns="0" rtlCol="0">
            <a:noAutofit/>
          </a:bodyPr>
          <a:lstStyle/>
          <a:p>
            <a:r>
              <a:rPr lang="en-US" sz="2800" dirty="0">
                <a:hlinkClick r:id="rId2"/>
              </a:rPr>
              <a:t>https://www.nuget.org/packages/VladislavAntonyuk.DotNetTemplates</a:t>
            </a:r>
            <a:endParaRPr lang="kk-KZ" sz="2800" dirty="0"/>
          </a:p>
          <a:p>
            <a:r>
              <a:rPr lang="en-US" sz="2800" dirty="0"/>
              <a:t> </a:t>
            </a:r>
            <a:endParaRPr lang="uk-UA" sz="2800" dirty="0"/>
          </a:p>
        </p:txBody>
      </p:sp>
      <p:pic>
        <p:nvPicPr>
          <p:cNvPr id="6" name="Picture 5" descr="A blue and white logo&#10;&#10;AI-generated content may be incorrect.">
            <a:extLst>
              <a:ext uri="{FF2B5EF4-FFF2-40B4-BE49-F238E27FC236}">
                <a16:creationId xmlns:a16="http://schemas.microsoft.com/office/drawing/2014/main" id="{988864FF-EC14-5293-B04C-9888FCFF3174}"/>
              </a:ext>
            </a:extLst>
          </p:cNvPr>
          <p:cNvPicPr>
            <a:picLocks noChangeAspect="1"/>
          </p:cNvPicPr>
          <p:nvPr/>
        </p:nvPicPr>
        <p:blipFill>
          <a:blip r:embed="rId3">
            <a:extLst>
              <a:ext uri="{837473B0-CC2E-450A-ABE3-18F120FF3D39}">
                <a1611:picAttrSrcUrl xmlns:a1611="http://schemas.microsoft.com/office/drawing/2016/11/main" r:id="rId4"/>
              </a:ext>
            </a:extLst>
          </a:blip>
          <a:stretch>
            <a:fillRect/>
          </a:stretch>
        </p:blipFill>
        <p:spPr>
          <a:xfrm>
            <a:off x="6763047" y="4277627"/>
            <a:ext cx="4761905" cy="1733333"/>
          </a:xfrm>
          <a:prstGeom prst="rect">
            <a:avLst/>
          </a:prstGeom>
        </p:spPr>
      </p:pic>
    </p:spTree>
    <p:extLst>
      <p:ext uri="{BB962C8B-B14F-4D97-AF65-F5344CB8AC3E}">
        <p14:creationId xmlns:p14="http://schemas.microsoft.com/office/powerpoint/2010/main" val="40170279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FFA5C6-9867-429D-94CC-0B6418CACBFE}"/>
              </a:ext>
            </a:extLst>
          </p:cNvPr>
          <p:cNvSpPr>
            <a:spLocks noGrp="1"/>
          </p:cNvSpPr>
          <p:nvPr>
            <p:ph type="title"/>
          </p:nvPr>
        </p:nvSpPr>
        <p:spPr>
          <a:noFill/>
        </p:spPr>
        <p:txBody>
          <a:bodyPr vert="horz" lIns="0" tIns="0" rIns="0" bIns="0" rtlCol="0" anchor="t" anchorCtr="0">
            <a:noAutofit/>
          </a:bodyPr>
          <a:lstStyle/>
          <a:p>
            <a:r>
              <a:rPr lang="en-US" dirty="0"/>
              <a:t>Overview of ASPIRE</a:t>
            </a:r>
          </a:p>
        </p:txBody>
      </p:sp>
      <p:sp>
        <p:nvSpPr>
          <p:cNvPr id="3" name="Slide Number Placeholder 2">
            <a:extLst>
              <a:ext uri="{FF2B5EF4-FFF2-40B4-BE49-F238E27FC236}">
                <a16:creationId xmlns:a16="http://schemas.microsoft.com/office/drawing/2014/main" id="{C3288C9C-5F93-45FA-B62C-0C4A24803F5E}"/>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18</a:t>
            </a:fld>
            <a:endParaRPr lang="en-RU" dirty="0"/>
          </a:p>
        </p:txBody>
      </p:sp>
      <p:pic>
        <p:nvPicPr>
          <p:cNvPr id="5" name="Content Placeholder 4">
            <a:extLst>
              <a:ext uri="{FF2B5EF4-FFF2-40B4-BE49-F238E27FC236}">
                <a16:creationId xmlns:a16="http://schemas.microsoft.com/office/drawing/2014/main" id="{09A8FD57-8DF7-4911-8895-F6454B906E1F}"/>
              </a:ext>
            </a:extLst>
          </p:cNvPr>
          <p:cNvPicPr>
            <a:picLocks noGrp="1" noChangeAspect="1"/>
          </p:cNvPicPr>
          <p:nvPr>
            <p:ph sz="quarter" idx="10"/>
          </p:nvPr>
        </p:nvPicPr>
        <p:blipFill>
          <a:blip r:embed="rId2"/>
          <a:stretch>
            <a:fillRect/>
          </a:stretch>
        </p:blipFill>
        <p:spPr>
          <a:xfrm>
            <a:off x="2828274" y="2660650"/>
            <a:ext cx="12631453" cy="6264275"/>
          </a:xfrm>
          <a:prstGeom prst="rect">
            <a:avLst/>
          </a:prstGeom>
        </p:spPr>
      </p:pic>
    </p:spTree>
    <p:extLst>
      <p:ext uri="{BB962C8B-B14F-4D97-AF65-F5344CB8AC3E}">
        <p14:creationId xmlns:p14="http://schemas.microsoft.com/office/powerpoint/2010/main" val="32101721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DDDE8D-FE3A-4C74-B334-3836D4FEDF26}"/>
              </a:ext>
            </a:extLst>
          </p:cNvPr>
          <p:cNvSpPr>
            <a:spLocks noGrp="1"/>
          </p:cNvSpPr>
          <p:nvPr>
            <p:ph type="title"/>
          </p:nvPr>
        </p:nvSpPr>
        <p:spPr>
          <a:noFill/>
        </p:spPr>
        <p:txBody>
          <a:bodyPr vert="horz" lIns="0" tIns="0" rIns="0" bIns="0" rtlCol="0" anchor="t" anchorCtr="0">
            <a:noAutofit/>
          </a:bodyPr>
          <a:lstStyle/>
          <a:p>
            <a:r>
              <a:rPr lang="en-US" dirty="0"/>
              <a:t>Overview of ASPIRE</a:t>
            </a:r>
          </a:p>
        </p:txBody>
      </p:sp>
      <p:sp>
        <p:nvSpPr>
          <p:cNvPr id="3" name="Slide Number Placeholder 2">
            <a:extLst>
              <a:ext uri="{FF2B5EF4-FFF2-40B4-BE49-F238E27FC236}">
                <a16:creationId xmlns:a16="http://schemas.microsoft.com/office/drawing/2014/main" id="{081F8D31-7760-405A-9BD6-F5D4A5A92B27}"/>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19</a:t>
            </a:fld>
            <a:endParaRPr lang="en-RU" dirty="0"/>
          </a:p>
        </p:txBody>
      </p:sp>
      <p:pic>
        <p:nvPicPr>
          <p:cNvPr id="5" name="Content Placeholder 4">
            <a:extLst>
              <a:ext uri="{FF2B5EF4-FFF2-40B4-BE49-F238E27FC236}">
                <a16:creationId xmlns:a16="http://schemas.microsoft.com/office/drawing/2014/main" id="{5C2A8947-5950-412E-8555-076615966BBC}"/>
              </a:ext>
            </a:extLst>
          </p:cNvPr>
          <p:cNvPicPr>
            <a:picLocks noGrp="1" noChangeAspect="1"/>
          </p:cNvPicPr>
          <p:nvPr>
            <p:ph sz="quarter" idx="10"/>
          </p:nvPr>
        </p:nvPicPr>
        <p:blipFill>
          <a:blip r:embed="rId2"/>
          <a:stretch>
            <a:fillRect/>
          </a:stretch>
        </p:blipFill>
        <p:spPr>
          <a:xfrm>
            <a:off x="1439863" y="2910987"/>
            <a:ext cx="15408275" cy="5763600"/>
          </a:xfrm>
          <a:prstGeom prst="rect">
            <a:avLst/>
          </a:prstGeom>
        </p:spPr>
      </p:pic>
    </p:spTree>
    <p:extLst>
      <p:ext uri="{BB962C8B-B14F-4D97-AF65-F5344CB8AC3E}">
        <p14:creationId xmlns:p14="http://schemas.microsoft.com/office/powerpoint/2010/main" val="371256844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4F5D5-22EE-4F95-8D3E-17A225323818}"/>
              </a:ext>
            </a:extLst>
          </p:cNvPr>
          <p:cNvSpPr>
            <a:spLocks noGrp="1"/>
          </p:cNvSpPr>
          <p:nvPr>
            <p:ph type="title"/>
          </p:nvPr>
        </p:nvSpPr>
        <p:spPr>
          <a:noFill/>
        </p:spPr>
        <p:txBody>
          <a:bodyPr vert="horz" lIns="0" tIns="0" rIns="0" bIns="0" rtlCol="0" anchor="t" anchorCtr="0">
            <a:noAutofit/>
          </a:bodyPr>
          <a:lstStyle/>
          <a:p>
            <a:r>
              <a:rPr lang="en-US" dirty="0"/>
              <a:t>Visual Studio 2026</a:t>
            </a:r>
          </a:p>
        </p:txBody>
      </p:sp>
      <p:sp>
        <p:nvSpPr>
          <p:cNvPr id="3" name="Slide Number Placeholder 2">
            <a:extLst>
              <a:ext uri="{FF2B5EF4-FFF2-40B4-BE49-F238E27FC236}">
                <a16:creationId xmlns:a16="http://schemas.microsoft.com/office/drawing/2014/main" id="{192E82D5-C934-464F-805D-C2D988EA5009}"/>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20</a:t>
            </a:fld>
            <a:endParaRPr lang="en-RU" dirty="0"/>
          </a:p>
        </p:txBody>
      </p:sp>
      <p:pic>
        <p:nvPicPr>
          <p:cNvPr id="1026" name="Picture 2" descr="vs2026">
            <a:extLst>
              <a:ext uri="{FF2B5EF4-FFF2-40B4-BE49-F238E27FC236}">
                <a16:creationId xmlns:a16="http://schemas.microsoft.com/office/drawing/2014/main" id="{6713ECA2-9617-C731-4587-DEF7F3DD3D6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40000" y="2819400"/>
            <a:ext cx="9391650" cy="46482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79CA544-8E37-B107-A128-908E0CDC869C}"/>
              </a:ext>
            </a:extLst>
          </p:cNvPr>
          <p:cNvSpPr txBox="1"/>
          <p:nvPr/>
        </p:nvSpPr>
        <p:spPr>
          <a:xfrm>
            <a:off x="11183815" y="2819400"/>
            <a:ext cx="5664322" cy="4648200"/>
          </a:xfrm>
          <a:prstGeom prst="rect">
            <a:avLst/>
          </a:prstGeom>
          <a:noFill/>
        </p:spPr>
        <p:txBody>
          <a:bodyPr wrap="square" lIns="0" tIns="0" rIns="0" bIns="0" rtlCol="0" anchor="ctr">
            <a:noAutofit/>
          </a:bodyPr>
          <a:lstStyle/>
          <a:p>
            <a:pPr marL="285750" indent="-285750" algn="l">
              <a:lnSpc>
                <a:spcPct val="150000"/>
              </a:lnSpc>
              <a:buFont typeface="Arial" panose="020B0604020202020204" pitchFamily="34" charset="0"/>
              <a:buChar char="•"/>
            </a:pPr>
            <a:r>
              <a:rPr lang="en-US" sz="2400" dirty="0">
                <a:latin typeface="DA_FuturaPT Book" panose="020B0502020204020303" pitchFamily="34" charset="0"/>
                <a:ea typeface="DA_FuturaPT Book" panose="020B0502020204020303" pitchFamily="34" charset="0"/>
              </a:rPr>
              <a:t>AI built into the IDE</a:t>
            </a:r>
          </a:p>
          <a:p>
            <a:pPr marL="285750" indent="-285750" algn="l">
              <a:lnSpc>
                <a:spcPct val="150000"/>
              </a:lnSpc>
              <a:buFont typeface="Arial" panose="020B0604020202020204" pitchFamily="34" charset="0"/>
              <a:buChar char="•"/>
            </a:pPr>
            <a:r>
              <a:rPr lang="en-US" sz="2400" dirty="0">
                <a:latin typeface="DA_FuturaPT Book" panose="020B0502020204020303" pitchFamily="34" charset="0"/>
                <a:ea typeface="DA_FuturaPT Book" panose="020B0502020204020303" pitchFamily="34" charset="0"/>
              </a:rPr>
              <a:t>Insiders Channel</a:t>
            </a:r>
          </a:p>
          <a:p>
            <a:pPr marL="285750" indent="-285750" algn="l">
              <a:lnSpc>
                <a:spcPct val="150000"/>
              </a:lnSpc>
              <a:buFont typeface="Arial" panose="020B0604020202020204" pitchFamily="34" charset="0"/>
              <a:buChar char="•"/>
            </a:pPr>
            <a:r>
              <a:rPr lang="en-US" sz="2400" dirty="0">
                <a:latin typeface="DA_FuturaPT Book" panose="020B0502020204020303" pitchFamily="34" charset="0"/>
                <a:ea typeface="DA_FuturaPT Book" panose="020B0502020204020303" pitchFamily="34" charset="0"/>
              </a:rPr>
              <a:t>Performance improvements</a:t>
            </a:r>
          </a:p>
          <a:p>
            <a:pPr marL="285750" indent="-285750" algn="l">
              <a:lnSpc>
                <a:spcPct val="150000"/>
              </a:lnSpc>
              <a:buFont typeface="Arial" panose="020B0604020202020204" pitchFamily="34" charset="0"/>
              <a:buChar char="•"/>
            </a:pPr>
            <a:r>
              <a:rPr lang="en-US" sz="2400" dirty="0">
                <a:latin typeface="DA_FuturaPT Book" panose="020B0502020204020303" pitchFamily="34" charset="0"/>
                <a:ea typeface="DA_FuturaPT Book" panose="020B0502020204020303" pitchFamily="34" charset="0"/>
              </a:rPr>
              <a:t>UI refresh</a:t>
            </a:r>
          </a:p>
          <a:p>
            <a:pPr marL="285750" indent="-285750" algn="l">
              <a:lnSpc>
                <a:spcPct val="150000"/>
              </a:lnSpc>
              <a:buFont typeface="Arial" panose="020B0604020202020204" pitchFamily="34" charset="0"/>
              <a:buChar char="•"/>
            </a:pPr>
            <a:r>
              <a:rPr lang="en-US" sz="2400" dirty="0">
                <a:latin typeface="DA_FuturaPT Book" panose="020B0502020204020303" pitchFamily="34" charset="0"/>
                <a:ea typeface="DA_FuturaPT Book" panose="020B0502020204020303" pitchFamily="34" charset="0"/>
              </a:rPr>
              <a:t>Editor and productivity updates</a:t>
            </a:r>
          </a:p>
          <a:p>
            <a:pPr marL="285750" indent="-285750" algn="l">
              <a:lnSpc>
                <a:spcPct val="150000"/>
              </a:lnSpc>
              <a:buFont typeface="Arial" panose="020B0604020202020204" pitchFamily="34" charset="0"/>
              <a:buChar char="•"/>
            </a:pPr>
            <a:r>
              <a:rPr lang="en-US" sz="2400" dirty="0">
                <a:latin typeface="DA_FuturaPT Book" panose="020B0502020204020303" pitchFamily="34" charset="0"/>
                <a:ea typeface="DA_FuturaPT Book" panose="020B0502020204020303" pitchFamily="34" charset="0"/>
              </a:rPr>
              <a:t>Copilot context actions</a:t>
            </a:r>
          </a:p>
          <a:p>
            <a:pPr marL="285750" indent="-285750" algn="l">
              <a:lnSpc>
                <a:spcPct val="150000"/>
              </a:lnSpc>
              <a:buFont typeface="Arial" panose="020B0604020202020204" pitchFamily="34" charset="0"/>
              <a:buChar char="•"/>
            </a:pPr>
            <a:r>
              <a:rPr lang="en-US" sz="2400" dirty="0" err="1">
                <a:latin typeface="DA_FuturaPT Book" panose="020B0502020204020303" pitchFamily="34" charset="0"/>
                <a:ea typeface="DA_FuturaPT Book" panose="020B0502020204020303" pitchFamily="34" charset="0"/>
              </a:rPr>
              <a:t>BenchmarkDotNet</a:t>
            </a:r>
            <a:r>
              <a:rPr lang="en-US" sz="2400" dirty="0">
                <a:latin typeface="DA_FuturaPT Book" panose="020B0502020204020303" pitchFamily="34" charset="0"/>
                <a:ea typeface="DA_FuturaPT Book" panose="020B0502020204020303" pitchFamily="34" charset="0"/>
              </a:rPr>
              <a:t> template</a:t>
            </a:r>
          </a:p>
          <a:p>
            <a:pPr marL="285750" indent="-285750" algn="l">
              <a:lnSpc>
                <a:spcPct val="150000"/>
              </a:lnSpc>
              <a:buFont typeface="Arial" panose="020B0604020202020204" pitchFamily="34" charset="0"/>
              <a:buChar char="•"/>
            </a:pPr>
            <a:r>
              <a:rPr lang="en-US" sz="2400" dirty="0">
                <a:latin typeface="DA_FuturaPT Book" panose="020B0502020204020303" pitchFamily="34" charset="0"/>
                <a:ea typeface="DA_FuturaPT Book" panose="020B0502020204020303" pitchFamily="34" charset="0"/>
              </a:rPr>
              <a:t>Hot Reload improvements for Razor</a:t>
            </a:r>
          </a:p>
        </p:txBody>
      </p:sp>
    </p:spTree>
    <p:extLst>
      <p:ext uri="{BB962C8B-B14F-4D97-AF65-F5344CB8AC3E}">
        <p14:creationId xmlns:p14="http://schemas.microsoft.com/office/powerpoint/2010/main" val="172548974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4F5D5-22EE-4F95-8D3E-17A225323818}"/>
              </a:ext>
            </a:extLst>
          </p:cNvPr>
          <p:cNvSpPr>
            <a:spLocks noGrp="1"/>
          </p:cNvSpPr>
          <p:nvPr>
            <p:ph type="title"/>
          </p:nvPr>
        </p:nvSpPr>
        <p:spPr>
          <a:xfrm>
            <a:off x="1440000" y="1080001"/>
            <a:ext cx="13304700" cy="896438"/>
          </a:xfrm>
          <a:noFill/>
        </p:spPr>
        <p:txBody>
          <a:bodyPr vert="horz" lIns="0" tIns="0" rIns="0" bIns="0" rtlCol="0" anchor="t" anchorCtr="0">
            <a:noAutofit/>
          </a:bodyPr>
          <a:lstStyle/>
          <a:p>
            <a:r>
              <a:rPr lang="en-US" dirty="0"/>
              <a:t>Visual Studio 2026 – </a:t>
            </a:r>
            <a:r>
              <a:rPr lang="en-US" sz="5400" dirty="0"/>
              <a:t>GitHub Copilot Improvements</a:t>
            </a:r>
            <a:endParaRPr lang="en-US" dirty="0"/>
          </a:p>
        </p:txBody>
      </p:sp>
      <p:sp>
        <p:nvSpPr>
          <p:cNvPr id="3" name="Slide Number Placeholder 2">
            <a:extLst>
              <a:ext uri="{FF2B5EF4-FFF2-40B4-BE49-F238E27FC236}">
                <a16:creationId xmlns:a16="http://schemas.microsoft.com/office/drawing/2014/main" id="{192E82D5-C934-464F-805D-C2D988EA5009}"/>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21</a:t>
            </a:fld>
            <a:endParaRPr lang="en-RU" dirty="0"/>
          </a:p>
        </p:txBody>
      </p:sp>
      <p:sp>
        <p:nvSpPr>
          <p:cNvPr id="6" name="TextBox 5">
            <a:extLst>
              <a:ext uri="{FF2B5EF4-FFF2-40B4-BE49-F238E27FC236}">
                <a16:creationId xmlns:a16="http://schemas.microsoft.com/office/drawing/2014/main" id="{D54196DA-C7EC-B8FE-9828-9E35523E41F2}"/>
              </a:ext>
            </a:extLst>
          </p:cNvPr>
          <p:cNvSpPr txBox="1"/>
          <p:nvPr/>
        </p:nvSpPr>
        <p:spPr>
          <a:xfrm>
            <a:off x="1439999" y="2603574"/>
            <a:ext cx="15408137" cy="3918252"/>
          </a:xfrm>
          <a:prstGeom prst="rect">
            <a:avLst/>
          </a:prstGeom>
          <a:noFill/>
        </p:spPr>
        <p:txBody>
          <a:bodyPr wrap="square">
            <a:spAutoFit/>
          </a:bodyPr>
          <a:lstStyle/>
          <a:p>
            <a:pPr marL="800100" lvl="1" indent="-342900" algn="l">
              <a:lnSpc>
                <a:spcPct val="150000"/>
              </a:lnSpc>
              <a:buFont typeface="Arial" panose="020B0604020202020204" pitchFamily="34" charset="0"/>
              <a:buChar char="•"/>
            </a:pPr>
            <a:r>
              <a:rPr lang="en-US" sz="2400" dirty="0">
                <a:latin typeface="DA_FuturaPT Book" panose="020B0502020204020303" pitchFamily="34" charset="0"/>
                <a:ea typeface="DA_FuturaPT Book" panose="020B0502020204020303" pitchFamily="34" charset="0"/>
              </a:rPr>
              <a:t>Bring your own model to chat (custom LLMs via API keys).</a:t>
            </a:r>
          </a:p>
          <a:p>
            <a:pPr marL="800100" lvl="1" indent="-342900" algn="l">
              <a:lnSpc>
                <a:spcPct val="150000"/>
              </a:lnSpc>
              <a:buFont typeface="Arial" panose="020B0604020202020204" pitchFamily="34" charset="0"/>
              <a:buChar char="•"/>
            </a:pPr>
            <a:r>
              <a:rPr lang="en-US" sz="2400" dirty="0">
                <a:latin typeface="DA_FuturaPT Book" panose="020B0502020204020303" pitchFamily="34" charset="0"/>
                <a:ea typeface="DA_FuturaPT Book" panose="020B0502020204020303" pitchFamily="34" charset="0"/>
              </a:rPr>
              <a:t>Adaptive paste: Copilot adjusts pasted code to fit context.</a:t>
            </a:r>
          </a:p>
          <a:p>
            <a:pPr marL="800100" lvl="1" indent="-342900" algn="l">
              <a:lnSpc>
                <a:spcPct val="150000"/>
              </a:lnSpc>
              <a:buFont typeface="Arial" panose="020B0604020202020204" pitchFamily="34" charset="0"/>
              <a:buChar char="•"/>
            </a:pPr>
            <a:r>
              <a:rPr lang="en-US" sz="2400" dirty="0">
                <a:latin typeface="DA_FuturaPT Book" panose="020B0502020204020303" pitchFamily="34" charset="0"/>
                <a:ea typeface="DA_FuturaPT Book" panose="020B0502020204020303" pitchFamily="34" charset="0"/>
              </a:rPr>
              <a:t>Copilot actions in context menu (explain, optimize, comment, test, add to chat).</a:t>
            </a:r>
          </a:p>
          <a:p>
            <a:pPr marL="800100" lvl="1" indent="-342900" algn="l">
              <a:lnSpc>
                <a:spcPct val="150000"/>
              </a:lnSpc>
              <a:buFont typeface="Arial" panose="020B0604020202020204" pitchFamily="34" charset="0"/>
              <a:buChar char="•"/>
            </a:pPr>
            <a:r>
              <a:rPr lang="en-US" sz="2400" dirty="0">
                <a:latin typeface="DA_FuturaPT Book" panose="020B0502020204020303" pitchFamily="34" charset="0"/>
                <a:ea typeface="DA_FuturaPT Book" panose="020B0502020204020303" pitchFamily="34" charset="0"/>
              </a:rPr>
              <a:t>“Did you mean?” Copilot-powered search suggestions.</a:t>
            </a:r>
          </a:p>
          <a:p>
            <a:pPr marL="800100" lvl="1" indent="-342900" algn="l">
              <a:lnSpc>
                <a:spcPct val="150000"/>
              </a:lnSpc>
              <a:buFont typeface="Arial" panose="020B0604020202020204" pitchFamily="34" charset="0"/>
              <a:buChar char="•"/>
            </a:pPr>
            <a:r>
              <a:rPr lang="en-US" sz="2400" dirty="0">
                <a:latin typeface="DA_FuturaPT Book" panose="020B0502020204020303" pitchFamily="34" charset="0"/>
                <a:ea typeface="DA_FuturaPT Book" panose="020B0502020204020303" pitchFamily="34" charset="0"/>
              </a:rPr>
              <a:t>Mermaid chart rendering in Markdown editor and Copilot Chat.</a:t>
            </a:r>
          </a:p>
          <a:p>
            <a:pPr marL="800100" lvl="1" indent="-342900" algn="l">
              <a:lnSpc>
                <a:spcPct val="150000"/>
              </a:lnSpc>
              <a:buFont typeface="Arial" panose="020B0604020202020204" pitchFamily="34" charset="0"/>
              <a:buChar char="•"/>
            </a:pPr>
            <a:r>
              <a:rPr lang="en-US" sz="2400" dirty="0">
                <a:latin typeface="DA_FuturaPT Book" panose="020B0502020204020303" pitchFamily="34" charset="0"/>
                <a:ea typeface="DA_FuturaPT Book" panose="020B0502020204020303" pitchFamily="34" charset="0"/>
              </a:rPr>
              <a:t>Copilot URL context: paste a URL in chat to pull in page content.</a:t>
            </a:r>
          </a:p>
          <a:p>
            <a:pPr marL="800100" lvl="1" indent="-342900" algn="l">
              <a:lnSpc>
                <a:spcPct val="150000"/>
              </a:lnSpc>
              <a:buFont typeface="Arial" panose="020B0604020202020204" pitchFamily="34" charset="0"/>
              <a:buChar char="•"/>
            </a:pPr>
            <a:r>
              <a:rPr lang="en-US" sz="2400" dirty="0">
                <a:latin typeface="DA_FuturaPT Book" panose="020B0502020204020303" pitchFamily="34" charset="0"/>
                <a:ea typeface="DA_FuturaPT Book" panose="020B0502020204020303" pitchFamily="34" charset="0"/>
              </a:rPr>
              <a:t>Better Copilot responses: improved code search, external symbol awareness, and line number accuracy.</a:t>
            </a:r>
          </a:p>
        </p:txBody>
      </p:sp>
    </p:spTree>
    <p:extLst>
      <p:ext uri="{BB962C8B-B14F-4D97-AF65-F5344CB8AC3E}">
        <p14:creationId xmlns:p14="http://schemas.microsoft.com/office/powerpoint/2010/main" val="294222184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4F5D5-22EE-4F95-8D3E-17A225323818}"/>
              </a:ext>
            </a:extLst>
          </p:cNvPr>
          <p:cNvSpPr>
            <a:spLocks noGrp="1"/>
          </p:cNvSpPr>
          <p:nvPr>
            <p:ph type="title"/>
          </p:nvPr>
        </p:nvSpPr>
        <p:spPr>
          <a:xfrm>
            <a:off x="1440000" y="1080001"/>
            <a:ext cx="13304700" cy="896438"/>
          </a:xfrm>
          <a:noFill/>
        </p:spPr>
        <p:txBody>
          <a:bodyPr vert="horz" lIns="0" tIns="0" rIns="0" bIns="0" rtlCol="0" anchor="t" anchorCtr="0">
            <a:noAutofit/>
          </a:bodyPr>
          <a:lstStyle/>
          <a:p>
            <a:r>
              <a:rPr lang="en-US" dirty="0"/>
              <a:t>Visual Studio 2026 – Debugging &amp; Diagnostics</a:t>
            </a:r>
          </a:p>
        </p:txBody>
      </p:sp>
      <p:sp>
        <p:nvSpPr>
          <p:cNvPr id="3" name="Slide Number Placeholder 2">
            <a:extLst>
              <a:ext uri="{FF2B5EF4-FFF2-40B4-BE49-F238E27FC236}">
                <a16:creationId xmlns:a16="http://schemas.microsoft.com/office/drawing/2014/main" id="{192E82D5-C934-464F-805D-C2D988EA5009}"/>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22</a:t>
            </a:fld>
            <a:endParaRPr lang="en-RU" dirty="0"/>
          </a:p>
        </p:txBody>
      </p:sp>
      <p:sp>
        <p:nvSpPr>
          <p:cNvPr id="6" name="TextBox 5">
            <a:extLst>
              <a:ext uri="{FF2B5EF4-FFF2-40B4-BE49-F238E27FC236}">
                <a16:creationId xmlns:a16="http://schemas.microsoft.com/office/drawing/2014/main" id="{D54196DA-C7EC-B8FE-9828-9E35523E41F2}"/>
              </a:ext>
            </a:extLst>
          </p:cNvPr>
          <p:cNvSpPr txBox="1"/>
          <p:nvPr/>
        </p:nvSpPr>
        <p:spPr>
          <a:xfrm>
            <a:off x="1439999" y="2603574"/>
            <a:ext cx="15408137" cy="3918252"/>
          </a:xfrm>
          <a:prstGeom prst="rect">
            <a:avLst/>
          </a:prstGeom>
          <a:noFill/>
        </p:spPr>
        <p:txBody>
          <a:bodyPr wrap="square">
            <a:spAutoFit/>
          </a:bodyPr>
          <a:lstStyle/>
          <a:p>
            <a:pPr marL="800100" lvl="1" indent="-342900" algn="l">
              <a:lnSpc>
                <a:spcPct val="150000"/>
              </a:lnSpc>
              <a:buFont typeface="Arial" panose="020B0604020202020204" pitchFamily="34" charset="0"/>
              <a:buChar char="•"/>
            </a:pPr>
            <a:r>
              <a:rPr lang="en-US" sz="2400" dirty="0">
                <a:latin typeface="DA_FuturaPT Book" panose="020B0502020204020303" pitchFamily="34" charset="0"/>
                <a:ea typeface="DA_FuturaPT Book" panose="020B0502020204020303" pitchFamily="34" charset="0"/>
              </a:rPr>
              <a:t>Profiler Copilot Agent: AI-driven performance analysis and suggestions.</a:t>
            </a:r>
          </a:p>
          <a:p>
            <a:pPr marL="800100" lvl="1" indent="-342900" algn="l">
              <a:lnSpc>
                <a:spcPct val="150000"/>
              </a:lnSpc>
              <a:buFont typeface="Arial" panose="020B0604020202020204" pitchFamily="34" charset="0"/>
              <a:buChar char="•"/>
            </a:pPr>
            <a:r>
              <a:rPr lang="en-US" sz="2400" dirty="0" err="1">
                <a:latin typeface="DA_FuturaPT Book" panose="020B0502020204020303" pitchFamily="34" charset="0"/>
                <a:ea typeface="DA_FuturaPT Book" panose="020B0502020204020303" pitchFamily="34" charset="0"/>
              </a:rPr>
              <a:t>BenchmarkDotNet</a:t>
            </a:r>
            <a:r>
              <a:rPr lang="en-US" sz="2400" dirty="0">
                <a:latin typeface="DA_FuturaPT Book" panose="020B0502020204020303" pitchFamily="34" charset="0"/>
                <a:ea typeface="DA_FuturaPT Book" panose="020B0502020204020303" pitchFamily="34" charset="0"/>
              </a:rPr>
              <a:t> project template with built-in profiling and Copilot insights.</a:t>
            </a:r>
          </a:p>
          <a:p>
            <a:pPr marL="800100" lvl="1" indent="-342900" algn="l">
              <a:lnSpc>
                <a:spcPct val="150000"/>
              </a:lnSpc>
              <a:buFont typeface="Arial" panose="020B0604020202020204" pitchFamily="34" charset="0"/>
              <a:buChar char="•"/>
            </a:pPr>
            <a:r>
              <a:rPr lang="en-US" sz="2400" dirty="0" err="1">
                <a:latin typeface="DA_FuturaPT Book" panose="020B0502020204020303" pitchFamily="34" charset="0"/>
                <a:ea typeface="DA_FuturaPT Book" panose="020B0502020204020303" pitchFamily="34" charset="0"/>
              </a:rPr>
              <a:t>CMake</a:t>
            </a:r>
            <a:r>
              <a:rPr lang="en-US" sz="2400" dirty="0">
                <a:latin typeface="DA_FuturaPT Book" panose="020B0502020204020303" pitchFamily="34" charset="0"/>
                <a:ea typeface="DA_FuturaPT Book" panose="020B0502020204020303" pitchFamily="34" charset="0"/>
              </a:rPr>
              <a:t> diagnostics: native support for CPU, events, and file IO tools (with Copilot insights).</a:t>
            </a:r>
          </a:p>
          <a:p>
            <a:pPr marL="800100" lvl="1" indent="-342900" algn="l">
              <a:lnSpc>
                <a:spcPct val="150000"/>
              </a:lnSpc>
              <a:buFont typeface="Arial" panose="020B0604020202020204" pitchFamily="34" charset="0"/>
              <a:buChar char="•"/>
            </a:pPr>
            <a:r>
              <a:rPr lang="en-US" sz="2400" dirty="0">
                <a:latin typeface="DA_FuturaPT Book" panose="020B0502020204020303" pitchFamily="34" charset="0"/>
                <a:ea typeface="DA_FuturaPT Book" panose="020B0502020204020303" pitchFamily="34" charset="0"/>
              </a:rPr>
              <a:t>.NET Allocation Tool: Copilot assistance for zero-length array allocations.</a:t>
            </a:r>
          </a:p>
          <a:p>
            <a:pPr marL="800100" lvl="1" indent="-342900" algn="l">
              <a:lnSpc>
                <a:spcPct val="150000"/>
              </a:lnSpc>
              <a:buFont typeface="Arial" panose="020B0604020202020204" pitchFamily="34" charset="0"/>
              <a:buChar char="•"/>
            </a:pPr>
            <a:r>
              <a:rPr lang="en-US" sz="2400" dirty="0">
                <a:latin typeface="DA_FuturaPT Book" panose="020B0502020204020303" pitchFamily="34" charset="0"/>
                <a:ea typeface="DA_FuturaPT Book" panose="020B0502020204020303" pitchFamily="34" charset="0"/>
              </a:rPr>
              <a:t>New Profiler launch experience with Copilot recommendations.</a:t>
            </a:r>
          </a:p>
          <a:p>
            <a:pPr marL="800100" lvl="1" indent="-342900" algn="l">
              <a:lnSpc>
                <a:spcPct val="150000"/>
              </a:lnSpc>
              <a:buFont typeface="Arial" panose="020B0604020202020204" pitchFamily="34" charset="0"/>
              <a:buChar char="•"/>
            </a:pPr>
            <a:r>
              <a:rPr lang="en-US" sz="2400" dirty="0">
                <a:latin typeface="DA_FuturaPT Book" panose="020B0502020204020303" pitchFamily="34" charset="0"/>
                <a:ea typeface="DA_FuturaPT Book" panose="020B0502020204020303" pitchFamily="34" charset="0"/>
              </a:rPr>
              <a:t>Inline post-return values with Copilot insights in the debugger.</a:t>
            </a:r>
          </a:p>
          <a:p>
            <a:pPr marL="800100" lvl="1" indent="-342900" algn="l">
              <a:lnSpc>
                <a:spcPct val="150000"/>
              </a:lnSpc>
              <a:buFont typeface="Arial" panose="020B0604020202020204" pitchFamily="34" charset="0"/>
              <a:buChar char="•"/>
            </a:pPr>
            <a:r>
              <a:rPr lang="en-US" sz="2400" dirty="0">
                <a:latin typeface="DA_FuturaPT Book" panose="020B0502020204020303" pitchFamily="34" charset="0"/>
                <a:ea typeface="DA_FuturaPT Book" panose="020B0502020204020303" pitchFamily="34" charset="0"/>
              </a:rPr>
              <a:t>Search in Text Visualizer (</a:t>
            </a:r>
            <a:r>
              <a:rPr lang="en-US" sz="2400" dirty="0" err="1">
                <a:latin typeface="DA_FuturaPT Book" panose="020B0502020204020303" pitchFamily="34" charset="0"/>
                <a:ea typeface="DA_FuturaPT Book" panose="020B0502020204020303" pitchFamily="34" charset="0"/>
              </a:rPr>
              <a:t>Ctrl+F</a:t>
            </a:r>
            <a:r>
              <a:rPr lang="en-US" sz="2400" dirty="0">
                <a:latin typeface="DA_FuturaPT Book" panose="020B0502020204020303" pitchFamily="34" charset="0"/>
                <a:ea typeface="DA_FuturaPT Book" panose="020B0502020204020303" pitchFamily="34" charset="0"/>
              </a:rPr>
              <a:t> in string visualizer).</a:t>
            </a:r>
          </a:p>
        </p:txBody>
      </p:sp>
    </p:spTree>
    <p:extLst>
      <p:ext uri="{BB962C8B-B14F-4D97-AF65-F5344CB8AC3E}">
        <p14:creationId xmlns:p14="http://schemas.microsoft.com/office/powerpoint/2010/main" val="332677476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14F5D5-22EE-4F95-8D3E-17A225323818}"/>
              </a:ext>
            </a:extLst>
          </p:cNvPr>
          <p:cNvSpPr>
            <a:spLocks noGrp="1"/>
          </p:cNvSpPr>
          <p:nvPr>
            <p:ph type="title"/>
          </p:nvPr>
        </p:nvSpPr>
        <p:spPr>
          <a:xfrm>
            <a:off x="1440000" y="1080001"/>
            <a:ext cx="13304700" cy="896438"/>
          </a:xfrm>
          <a:noFill/>
        </p:spPr>
        <p:txBody>
          <a:bodyPr vert="horz" lIns="0" tIns="0" rIns="0" bIns="0" rtlCol="0" anchor="t" anchorCtr="0">
            <a:noAutofit/>
          </a:bodyPr>
          <a:lstStyle/>
          <a:p>
            <a:r>
              <a:rPr lang="en-US" dirty="0"/>
              <a:t>Visual Studio 2026 – IDE &amp; UI</a:t>
            </a:r>
          </a:p>
        </p:txBody>
      </p:sp>
      <p:sp>
        <p:nvSpPr>
          <p:cNvPr id="3" name="Slide Number Placeholder 2">
            <a:extLst>
              <a:ext uri="{FF2B5EF4-FFF2-40B4-BE49-F238E27FC236}">
                <a16:creationId xmlns:a16="http://schemas.microsoft.com/office/drawing/2014/main" id="{192E82D5-C934-464F-805D-C2D988EA5009}"/>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23</a:t>
            </a:fld>
            <a:endParaRPr lang="en-RU" dirty="0"/>
          </a:p>
        </p:txBody>
      </p:sp>
      <p:sp>
        <p:nvSpPr>
          <p:cNvPr id="6" name="TextBox 5">
            <a:extLst>
              <a:ext uri="{FF2B5EF4-FFF2-40B4-BE49-F238E27FC236}">
                <a16:creationId xmlns:a16="http://schemas.microsoft.com/office/drawing/2014/main" id="{D54196DA-C7EC-B8FE-9828-9E35523E41F2}"/>
              </a:ext>
            </a:extLst>
          </p:cNvPr>
          <p:cNvSpPr txBox="1"/>
          <p:nvPr/>
        </p:nvSpPr>
        <p:spPr>
          <a:xfrm>
            <a:off x="1439999" y="2603574"/>
            <a:ext cx="15408137" cy="1702261"/>
          </a:xfrm>
          <a:prstGeom prst="rect">
            <a:avLst/>
          </a:prstGeom>
          <a:noFill/>
        </p:spPr>
        <p:txBody>
          <a:bodyPr wrap="square">
            <a:spAutoFit/>
          </a:bodyPr>
          <a:lstStyle/>
          <a:p>
            <a:pPr marL="742950" lvl="1" indent="-285750" algn="l">
              <a:lnSpc>
                <a:spcPct val="150000"/>
              </a:lnSpc>
              <a:buFont typeface="Arial" panose="020B0604020202020204" pitchFamily="34" charset="0"/>
              <a:buChar char="•"/>
            </a:pPr>
            <a:r>
              <a:rPr lang="en-US" sz="2400" dirty="0">
                <a:latin typeface="DA_FuturaPT Book" panose="020B0502020204020303" pitchFamily="34" charset="0"/>
                <a:ea typeface="DA_FuturaPT Book" panose="020B0502020204020303" pitchFamily="34" charset="0"/>
              </a:rPr>
              <a:t>Code coverage now available in Community and Professional editions.</a:t>
            </a:r>
          </a:p>
          <a:p>
            <a:pPr marL="742950" lvl="1" indent="-285750" algn="l">
              <a:lnSpc>
                <a:spcPct val="150000"/>
              </a:lnSpc>
              <a:buFont typeface="Arial" panose="020B0604020202020204" pitchFamily="34" charset="0"/>
              <a:buChar char="•"/>
            </a:pPr>
            <a:r>
              <a:rPr lang="en-US" sz="2400" dirty="0">
                <a:latin typeface="DA_FuturaPT Book" panose="020B0502020204020303" pitchFamily="34" charset="0"/>
                <a:ea typeface="DA_FuturaPT Book" panose="020B0502020204020303" pitchFamily="34" charset="0"/>
              </a:rPr>
              <a:t>New look and feel: Fluent UI design, new themes, and iconography.</a:t>
            </a:r>
          </a:p>
          <a:p>
            <a:pPr marL="742950" lvl="1" indent="-285750" algn="l">
              <a:lnSpc>
                <a:spcPct val="150000"/>
              </a:lnSpc>
              <a:buFont typeface="Arial" panose="020B0604020202020204" pitchFamily="34" charset="0"/>
              <a:buChar char="•"/>
            </a:pPr>
            <a:r>
              <a:rPr lang="en-US" sz="2400" dirty="0">
                <a:latin typeface="DA_FuturaPT Book" panose="020B0502020204020303" pitchFamily="34" charset="0"/>
                <a:ea typeface="DA_FuturaPT Book" panose="020B0502020204020303" pitchFamily="34" charset="0"/>
              </a:rPr>
              <a:t>Modern settings experience: streamlined, user-friendly settings UI.</a:t>
            </a:r>
          </a:p>
        </p:txBody>
      </p:sp>
    </p:spTree>
    <p:extLst>
      <p:ext uri="{BB962C8B-B14F-4D97-AF65-F5344CB8AC3E}">
        <p14:creationId xmlns:p14="http://schemas.microsoft.com/office/powerpoint/2010/main" val="183100290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70F469-F027-039A-64D0-4DF924DF1126}"/>
              </a:ext>
            </a:extLst>
          </p:cNvPr>
          <p:cNvSpPr>
            <a:spLocks noGrp="1"/>
          </p:cNvSpPr>
          <p:nvPr>
            <p:ph type="title"/>
          </p:nvPr>
        </p:nvSpPr>
        <p:spPr/>
        <p:txBody>
          <a:bodyPr/>
          <a:lstStyle/>
          <a:p>
            <a:endParaRPr lang="en-US"/>
          </a:p>
        </p:txBody>
      </p:sp>
      <p:sp>
        <p:nvSpPr>
          <p:cNvPr id="3" name="Slide Number Placeholder 2">
            <a:extLst>
              <a:ext uri="{FF2B5EF4-FFF2-40B4-BE49-F238E27FC236}">
                <a16:creationId xmlns:a16="http://schemas.microsoft.com/office/drawing/2014/main" id="{8015B200-015F-337E-8F42-12E89EE20285}"/>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24</a:t>
            </a:fld>
            <a:endParaRPr lang="en-RU" dirty="0"/>
          </a:p>
        </p:txBody>
      </p:sp>
      <p:sp>
        <p:nvSpPr>
          <p:cNvPr id="4" name="Content Placeholder 3">
            <a:extLst>
              <a:ext uri="{FF2B5EF4-FFF2-40B4-BE49-F238E27FC236}">
                <a16:creationId xmlns:a16="http://schemas.microsoft.com/office/drawing/2014/main" id="{BB909E8F-7347-FBD0-E933-28ABF34687E8}"/>
              </a:ext>
            </a:extLst>
          </p:cNvPr>
          <p:cNvSpPr>
            <a:spLocks noGrp="1"/>
          </p:cNvSpPr>
          <p:nvPr>
            <p:ph sz="quarter" idx="10"/>
          </p:nvPr>
        </p:nvSpPr>
        <p:spPr/>
        <p:txBody>
          <a:bodyPr/>
          <a:lstStyle/>
          <a:p>
            <a:endParaRPr lang="en-US" dirty="0"/>
          </a:p>
          <a:p>
            <a:pPr algn="l"/>
            <a:r>
              <a:rPr lang="en-US" dirty="0"/>
              <a:t>Key Themes &amp; Goals</a:t>
            </a:r>
          </a:p>
          <a:p>
            <a:pPr algn="l"/>
            <a:r>
              <a:rPr lang="en-US" dirty="0"/>
              <a:t>From Microsoft’s own statements and early reports, the major pillars of Visual Studio 2026 are:</a:t>
            </a:r>
          </a:p>
          <a:p>
            <a:pPr algn="l">
              <a:buFont typeface="+mj-lt"/>
              <a:buAutoNum type="arabicPeriod"/>
            </a:pPr>
            <a:r>
              <a:rPr lang="en-US" dirty="0"/>
              <a:t>AI-First Integration — not just features added on, but AI woven into the fabric of everyday tasks: coding, debugging, testing, profiling, code review, even for conventions and style.</a:t>
            </a:r>
          </a:p>
          <a:p>
            <a:pPr algn="l">
              <a:buFont typeface="+mj-lt"/>
              <a:buAutoNum type="arabicPeriod"/>
            </a:pPr>
            <a:r>
              <a:rPr lang="en-US" dirty="0"/>
              <a:t>Performance &amp; Responsiveness — faster solution load, faster build loops, better debugging latency, more responsive editor, especially for large/enterprise-scale codebases and across different architectures (x64 and ARM64).</a:t>
            </a:r>
          </a:p>
          <a:p>
            <a:pPr algn="l">
              <a:buFont typeface="+mj-lt"/>
              <a:buAutoNum type="arabicPeriod"/>
            </a:pPr>
            <a:r>
              <a:rPr lang="en-US" dirty="0"/>
              <a:t>Modernized UI / Usability / Workflow Flow — Cleaner, sharper visuals, better spacing, new theme options, more accessible defaults, improvements to settings management, and less clutter. Aim is to reduce friction, keep developers “in flow” (i.e. less interruptions, fewer toolchain distractions).</a:t>
            </a:r>
          </a:p>
          <a:p>
            <a:pPr algn="l">
              <a:buFont typeface="+mj-lt"/>
              <a:buAutoNum type="arabicPeriod"/>
            </a:pPr>
            <a:r>
              <a:rPr lang="en-US" dirty="0"/>
              <a:t>Up-to-date language &amp; framework support — like .NET 10, C# 14, improvements for Razor, </a:t>
            </a:r>
            <a:r>
              <a:rPr lang="en-US" dirty="0" err="1"/>
              <a:t>Blazor</a:t>
            </a:r>
            <a:r>
              <a:rPr lang="en-US" dirty="0"/>
              <a:t>, C++ toolsets, etc. Also, deprecations/removals of certain legacy components.</a:t>
            </a:r>
          </a:p>
          <a:p>
            <a:pPr algn="l">
              <a:buFont typeface="+mj-lt"/>
              <a:buAutoNum type="arabicPeriod"/>
            </a:pPr>
            <a:r>
              <a:rPr lang="en-US" dirty="0"/>
              <a:t>Broader availability of tools — making features like code coverage more broadly accessible, extending diagnostic tools, improving hot reload, etc.</a:t>
            </a:r>
          </a:p>
          <a:p>
            <a:pPr algn="l">
              <a:buFont typeface="+mj-lt"/>
              <a:buAutoNum type="arabicPeriod"/>
            </a:pPr>
            <a:r>
              <a:rPr lang="en-US" dirty="0"/>
              <a:t>New update delivery and feedback loop — the introduction of a new “Insiders Channel” to get early builds, a monthly cadence for new features, and more rapid feedback.</a:t>
            </a:r>
          </a:p>
        </p:txBody>
      </p:sp>
    </p:spTree>
    <p:extLst>
      <p:ext uri="{BB962C8B-B14F-4D97-AF65-F5344CB8AC3E}">
        <p14:creationId xmlns:p14="http://schemas.microsoft.com/office/powerpoint/2010/main" val="282286045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B6CD6D-EE2C-D36C-C812-29877729C0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8A28DA-F4D3-3864-85E7-29AC06049417}"/>
              </a:ext>
            </a:extLst>
          </p:cNvPr>
          <p:cNvSpPr>
            <a:spLocks noGrp="1"/>
          </p:cNvSpPr>
          <p:nvPr>
            <p:ph type="title"/>
          </p:nvPr>
        </p:nvSpPr>
        <p:spPr/>
        <p:txBody>
          <a:bodyPr/>
          <a:lstStyle/>
          <a:p>
            <a:endParaRPr lang="en-US"/>
          </a:p>
        </p:txBody>
      </p:sp>
      <p:sp>
        <p:nvSpPr>
          <p:cNvPr id="3" name="Slide Number Placeholder 2">
            <a:extLst>
              <a:ext uri="{FF2B5EF4-FFF2-40B4-BE49-F238E27FC236}">
                <a16:creationId xmlns:a16="http://schemas.microsoft.com/office/drawing/2014/main" id="{35E20F82-169F-E01B-501F-580366F408ED}"/>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25</a:t>
            </a:fld>
            <a:endParaRPr lang="en-RU" dirty="0"/>
          </a:p>
        </p:txBody>
      </p:sp>
      <p:sp>
        <p:nvSpPr>
          <p:cNvPr id="4" name="Content Placeholder 3">
            <a:extLst>
              <a:ext uri="{FF2B5EF4-FFF2-40B4-BE49-F238E27FC236}">
                <a16:creationId xmlns:a16="http://schemas.microsoft.com/office/drawing/2014/main" id="{B023D9A8-174B-399C-FC93-F19068703E0A}"/>
              </a:ext>
            </a:extLst>
          </p:cNvPr>
          <p:cNvSpPr>
            <a:spLocks noGrp="1"/>
          </p:cNvSpPr>
          <p:nvPr>
            <p:ph sz="quarter" idx="10"/>
          </p:nvPr>
        </p:nvSpPr>
        <p:spPr/>
        <p:txBody>
          <a:bodyPr/>
          <a:lstStyle/>
          <a:p>
            <a:r>
              <a:rPr lang="en-US" dirty="0"/>
              <a:t>What’s New / Changed in Detail</a:t>
            </a:r>
          </a:p>
          <a:p>
            <a:r>
              <a:rPr lang="en-US" dirty="0"/>
              <a:t>Here are the concrete new features, improvements, and changes in Visual Studio 2026 as observed so far.</a:t>
            </a:r>
          </a:p>
          <a:p>
            <a:r>
              <a:rPr lang="en-US" dirty="0"/>
              <a:t>AI / Copilot Enhancements</a:t>
            </a:r>
          </a:p>
          <a:p>
            <a:pPr>
              <a:buFont typeface="Arial" panose="020B0604020202020204" pitchFamily="34" charset="0"/>
              <a:buChar char="•"/>
            </a:pPr>
            <a:r>
              <a:rPr lang="en-US" dirty="0"/>
              <a:t>“Woven in” AI, not bolt-on</a:t>
            </a:r>
            <a:br>
              <a:rPr lang="en-US" dirty="0"/>
            </a:br>
            <a:r>
              <a:rPr lang="en-US" dirty="0"/>
              <a:t>Microsoft emphasizes that AI in VS 2026 isn’t just an extension; it’s part of the workflow. The IDE will help with understanding new codebases, recommending tests, keeping docs/comments synchronized, and suggesting performance/security fixes even before code is committed.</a:t>
            </a:r>
          </a:p>
          <a:p>
            <a:pPr>
              <a:buFont typeface="Arial" panose="020B0604020202020204" pitchFamily="34" charset="0"/>
              <a:buChar char="•"/>
            </a:pPr>
            <a:r>
              <a:rPr lang="en-US" dirty="0"/>
              <a:t>Adaptive Paste</a:t>
            </a:r>
            <a:br>
              <a:rPr lang="en-US" dirty="0"/>
            </a:br>
            <a:r>
              <a:rPr lang="en-US" dirty="0"/>
              <a:t>When you paste code snippets, VS 2026 can suggest modifying the snippet to match local conventions: fix formatting, import missing namespaces, adjust style, and possibly adapt APIs. You’ll often get a diff preview and option to accept/reject.</a:t>
            </a:r>
          </a:p>
          <a:p>
            <a:pPr>
              <a:buFont typeface="Arial" panose="020B0604020202020204" pitchFamily="34" charset="0"/>
              <a:buChar char="•"/>
            </a:pPr>
            <a:r>
              <a:rPr lang="en-US" dirty="0"/>
              <a:t>Bring Your Own Model for Chat / AI assistance</a:t>
            </a:r>
            <a:br>
              <a:rPr lang="en-US" dirty="0"/>
            </a:br>
            <a:r>
              <a:rPr lang="en-US" dirty="0"/>
              <a:t>The “Chat” component in Visual Studio (which works with Copilot / VS Chat) can now connect to external/custom language models (from OpenAI, Google, Anthropic etc.) via API keys. So developers/teams who prefer or need certain models (security, locality, cost) have options.</a:t>
            </a:r>
          </a:p>
          <a:p>
            <a:pPr>
              <a:buFont typeface="Arial" panose="020B0604020202020204" pitchFamily="34" charset="0"/>
              <a:buChar char="•"/>
            </a:pPr>
            <a:r>
              <a:rPr lang="en-US" dirty="0"/>
              <a:t>Inline Actions &amp; Contextual AI</a:t>
            </a:r>
            <a:br>
              <a:rPr lang="en-US" dirty="0"/>
            </a:br>
            <a:r>
              <a:rPr lang="en-US" dirty="0"/>
              <a:t>Right-click menus now have Copilot actions (explain this code, optimize it, generate comments, send to chat, etc.). Also, before opening pull requests, you can get insights about correctness, performance, and security.</a:t>
            </a:r>
          </a:p>
          <a:p>
            <a:pPr>
              <a:buFont typeface="Arial" panose="020B0604020202020204" pitchFamily="34" charset="0"/>
              <a:buChar char="•"/>
            </a:pPr>
            <a:r>
              <a:rPr lang="en-US" dirty="0"/>
              <a:t>Copilot Free included</a:t>
            </a:r>
            <a:br>
              <a:rPr lang="en-US" dirty="0"/>
            </a:br>
            <a:r>
              <a:rPr lang="en-US" dirty="0"/>
              <a:t>The Insider build ships with a “Copilot Free” plan (for basic AI features) out of the box. Users don’t need a separate subscription for many of the AI-assisted productivity enhancements.</a:t>
            </a:r>
          </a:p>
          <a:p>
            <a:endParaRPr lang="en-US" dirty="0"/>
          </a:p>
        </p:txBody>
      </p:sp>
    </p:spTree>
    <p:extLst>
      <p:ext uri="{BB962C8B-B14F-4D97-AF65-F5344CB8AC3E}">
        <p14:creationId xmlns:p14="http://schemas.microsoft.com/office/powerpoint/2010/main" val="239179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F18D5D-7A18-233C-C884-152D548F3C1C}"/>
              </a:ext>
            </a:extLst>
          </p:cNvPr>
          <p:cNvSpPr>
            <a:spLocks noGrp="1"/>
          </p:cNvSpPr>
          <p:nvPr>
            <p:ph type="title"/>
          </p:nvPr>
        </p:nvSpPr>
        <p:spPr/>
        <p:txBody>
          <a:bodyPr/>
          <a:lstStyle/>
          <a:p>
            <a:r>
              <a:rPr lang="en-US" dirty="0"/>
              <a:t>AI Profiler</a:t>
            </a:r>
          </a:p>
        </p:txBody>
      </p:sp>
      <p:sp>
        <p:nvSpPr>
          <p:cNvPr id="3" name="Slide Number Placeholder 2">
            <a:extLst>
              <a:ext uri="{FF2B5EF4-FFF2-40B4-BE49-F238E27FC236}">
                <a16:creationId xmlns:a16="http://schemas.microsoft.com/office/drawing/2014/main" id="{A371640B-99AA-245C-F814-14DFAB689977}"/>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26</a:t>
            </a:fld>
            <a:endParaRPr lang="en-RU" dirty="0"/>
          </a:p>
        </p:txBody>
      </p:sp>
      <p:sp>
        <p:nvSpPr>
          <p:cNvPr id="4" name="Content Placeholder 3">
            <a:extLst>
              <a:ext uri="{FF2B5EF4-FFF2-40B4-BE49-F238E27FC236}">
                <a16:creationId xmlns:a16="http://schemas.microsoft.com/office/drawing/2014/main" id="{517559A7-7AD2-9C3F-160F-491C221E629D}"/>
              </a:ext>
            </a:extLst>
          </p:cNvPr>
          <p:cNvSpPr>
            <a:spLocks noGrp="1"/>
          </p:cNvSpPr>
          <p:nvPr>
            <p:ph sz="quarter" idx="10"/>
          </p:nvPr>
        </p:nvSpPr>
        <p:spPr/>
        <p:txBody>
          <a:bodyPr/>
          <a:lstStyle/>
          <a:p>
            <a:r>
              <a:rPr lang="en-US" dirty="0"/>
              <a:t>An AI-assisted profiler that goes beyond showing performance bottlenecks — it uses real traces and benchmarks, and can suggest prioritized fixes. Also supports natural-language queries to guide profiling.</a:t>
            </a:r>
          </a:p>
        </p:txBody>
      </p:sp>
    </p:spTree>
    <p:extLst>
      <p:ext uri="{BB962C8B-B14F-4D97-AF65-F5344CB8AC3E}">
        <p14:creationId xmlns:p14="http://schemas.microsoft.com/office/powerpoint/2010/main" val="26504294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7D8F7-5C9D-4C49-A2FE-8F733C1FD99A}"/>
              </a:ext>
            </a:extLst>
          </p:cNvPr>
          <p:cNvSpPr>
            <a:spLocks noGrp="1"/>
          </p:cNvSpPr>
          <p:nvPr>
            <p:ph type="title"/>
          </p:nvPr>
        </p:nvSpPr>
        <p:spPr>
          <a:noFill/>
        </p:spPr>
        <p:txBody>
          <a:bodyPr vert="horz" lIns="0" tIns="0" rIns="0" bIns="0" rtlCol="0" anchor="t" anchorCtr="0">
            <a:noAutofit/>
          </a:bodyPr>
          <a:lstStyle/>
          <a:p>
            <a:r>
              <a:rPr lang="en-US" dirty="0"/>
              <a:t>Artificial Intelligence and .NET</a:t>
            </a:r>
          </a:p>
        </p:txBody>
      </p:sp>
      <p:sp>
        <p:nvSpPr>
          <p:cNvPr id="3" name="Slide Number Placeholder 2">
            <a:extLst>
              <a:ext uri="{FF2B5EF4-FFF2-40B4-BE49-F238E27FC236}">
                <a16:creationId xmlns:a16="http://schemas.microsoft.com/office/drawing/2014/main" id="{FA28F052-2A9F-4604-BA37-B1DFECBEF75B}"/>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27</a:t>
            </a:fld>
            <a:endParaRPr lang="en-RU" dirty="0"/>
          </a:p>
        </p:txBody>
      </p:sp>
      <p:pic>
        <p:nvPicPr>
          <p:cNvPr id="5" name="Content Placeholder 4">
            <a:extLst>
              <a:ext uri="{FF2B5EF4-FFF2-40B4-BE49-F238E27FC236}">
                <a16:creationId xmlns:a16="http://schemas.microsoft.com/office/drawing/2014/main" id="{BF8ED85B-1582-4C3E-9A5B-BF1150DEBF83}"/>
              </a:ext>
            </a:extLst>
          </p:cNvPr>
          <p:cNvPicPr>
            <a:picLocks noGrp="1" noChangeAspect="1"/>
          </p:cNvPicPr>
          <p:nvPr>
            <p:ph sz="quarter" idx="10"/>
          </p:nvPr>
        </p:nvPicPr>
        <p:blipFill>
          <a:blip r:embed="rId2"/>
          <a:stretch>
            <a:fillRect/>
          </a:stretch>
        </p:blipFill>
        <p:spPr>
          <a:xfrm>
            <a:off x="3145263" y="2660650"/>
            <a:ext cx="11997474" cy="6264275"/>
          </a:xfrm>
          <a:prstGeom prst="rect">
            <a:avLst/>
          </a:prstGeom>
        </p:spPr>
      </p:pic>
    </p:spTree>
    <p:extLst>
      <p:ext uri="{BB962C8B-B14F-4D97-AF65-F5344CB8AC3E}">
        <p14:creationId xmlns:p14="http://schemas.microsoft.com/office/powerpoint/2010/main" val="154709575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515B7B-0E6E-4DBC-BBEE-79FB056E4D42}"/>
              </a:ext>
            </a:extLst>
          </p:cNvPr>
          <p:cNvSpPr>
            <a:spLocks noGrp="1"/>
          </p:cNvSpPr>
          <p:nvPr>
            <p:ph type="title"/>
          </p:nvPr>
        </p:nvSpPr>
        <p:spPr>
          <a:noFill/>
        </p:spPr>
        <p:txBody>
          <a:bodyPr vert="horz" lIns="0" tIns="0" rIns="0" bIns="0" rtlCol="0" anchor="t" anchorCtr="0">
            <a:noAutofit/>
          </a:bodyPr>
          <a:lstStyle/>
          <a:p>
            <a:r>
              <a:rPr lang="en-US" dirty="0"/>
              <a:t>Artificial Intelligence and .NET</a:t>
            </a:r>
          </a:p>
        </p:txBody>
      </p:sp>
      <p:sp>
        <p:nvSpPr>
          <p:cNvPr id="3" name="Slide Number Placeholder 2">
            <a:extLst>
              <a:ext uri="{FF2B5EF4-FFF2-40B4-BE49-F238E27FC236}">
                <a16:creationId xmlns:a16="http://schemas.microsoft.com/office/drawing/2014/main" id="{C48CBD99-138C-4C85-9C6C-780986303CD3}"/>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28</a:t>
            </a:fld>
            <a:endParaRPr lang="en-RU" dirty="0"/>
          </a:p>
        </p:txBody>
      </p:sp>
      <p:pic>
        <p:nvPicPr>
          <p:cNvPr id="5" name="Picture 4">
            <a:extLst>
              <a:ext uri="{FF2B5EF4-FFF2-40B4-BE49-F238E27FC236}">
                <a16:creationId xmlns:a16="http://schemas.microsoft.com/office/drawing/2014/main" id="{C5CB9548-3291-4F3E-89F8-FB022FFF71CC}"/>
              </a:ext>
            </a:extLst>
          </p:cNvPr>
          <p:cNvPicPr>
            <a:picLocks noChangeAspect="1"/>
          </p:cNvPicPr>
          <p:nvPr/>
        </p:nvPicPr>
        <p:blipFill>
          <a:blip r:embed="rId2"/>
          <a:stretch>
            <a:fillRect/>
          </a:stretch>
        </p:blipFill>
        <p:spPr>
          <a:xfrm>
            <a:off x="3881168" y="2946562"/>
            <a:ext cx="9696809" cy="5302510"/>
          </a:xfrm>
          <a:prstGeom prst="rect">
            <a:avLst/>
          </a:prstGeom>
        </p:spPr>
      </p:pic>
    </p:spTree>
    <p:extLst>
      <p:ext uri="{BB962C8B-B14F-4D97-AF65-F5344CB8AC3E}">
        <p14:creationId xmlns:p14="http://schemas.microsoft.com/office/powerpoint/2010/main" val="101863826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0C54B-6113-A84C-AAFF-626229C0F9A3}"/>
            </a:ext>
          </a:extLst>
        </p:cNvPr>
        <p:cNvGrpSpPr/>
        <p:nvPr/>
      </p:nvGrpSpPr>
      <p:grpSpPr>
        <a:xfrm>
          <a:off x="0" y="0"/>
          <a:ext cx="0" cy="0"/>
          <a:chOff x="0" y="0"/>
          <a:chExt cx="0" cy="0"/>
        </a:xfrm>
      </p:grpSpPr>
      <p:sp>
        <p:nvSpPr>
          <p:cNvPr id="1039" name="Rectangle 1038">
            <a:extLst>
              <a:ext uri="{FF2B5EF4-FFF2-40B4-BE49-F238E27FC236}">
                <a16:creationId xmlns:a16="http://schemas.microsoft.com/office/drawing/2014/main" id="{E293DEDA-2A0F-E5DD-BBB7-F1549C4E5BA5}"/>
              </a:ext>
            </a:extLst>
          </p:cNvPr>
          <p:cNvSpPr/>
          <p:nvPr/>
        </p:nvSpPr>
        <p:spPr>
          <a:xfrm>
            <a:off x="1440000" y="2808090"/>
            <a:ext cx="12127967" cy="3770511"/>
          </a:xfrm>
          <a:prstGeom prst="rect">
            <a:avLst/>
          </a:prstGeom>
          <a:solidFill>
            <a:schemeClr val="accent2">
              <a:lumMod val="20000"/>
              <a:lumOff val="80000"/>
            </a:schemeClr>
          </a:solidFill>
          <a:ln w="38100">
            <a:no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l">
              <a:spcAft>
                <a:spcPts val="0"/>
              </a:spcAft>
            </a:pPr>
            <a:endParaRPr lang="en-US" sz="2400" dirty="0">
              <a:solidFill>
                <a:schemeClr val="tx1"/>
              </a:solidFill>
            </a:endParaRPr>
          </a:p>
        </p:txBody>
      </p:sp>
      <p:sp>
        <p:nvSpPr>
          <p:cNvPr id="1040" name="Rectangle 1039">
            <a:extLst>
              <a:ext uri="{FF2B5EF4-FFF2-40B4-BE49-F238E27FC236}">
                <a16:creationId xmlns:a16="http://schemas.microsoft.com/office/drawing/2014/main" id="{1D34EADA-07DD-9A69-637E-BE9BACD8CC0B}"/>
              </a:ext>
            </a:extLst>
          </p:cNvPr>
          <p:cNvSpPr/>
          <p:nvPr/>
        </p:nvSpPr>
        <p:spPr>
          <a:xfrm>
            <a:off x="14824472" y="3979894"/>
            <a:ext cx="2243139" cy="4573555"/>
          </a:xfrm>
          <a:prstGeom prst="rect">
            <a:avLst/>
          </a:prstGeom>
          <a:solidFill>
            <a:schemeClr val="accent2">
              <a:lumMod val="20000"/>
              <a:lumOff val="80000"/>
            </a:schemeClr>
          </a:solidFill>
          <a:ln w="38100">
            <a:no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l">
              <a:spcAft>
                <a:spcPts val="0"/>
              </a:spcAft>
            </a:pPr>
            <a:endParaRPr lang="en-US" sz="2400" dirty="0">
              <a:solidFill>
                <a:schemeClr val="tx1"/>
              </a:solidFill>
            </a:endParaRPr>
          </a:p>
        </p:txBody>
      </p:sp>
      <p:sp>
        <p:nvSpPr>
          <p:cNvPr id="12" name="Rectangle 11">
            <a:extLst>
              <a:ext uri="{FF2B5EF4-FFF2-40B4-BE49-F238E27FC236}">
                <a16:creationId xmlns:a16="http://schemas.microsoft.com/office/drawing/2014/main" id="{F482A021-9E95-513D-4157-2CF720A1AD32}"/>
              </a:ext>
            </a:extLst>
          </p:cNvPr>
          <p:cNvSpPr/>
          <p:nvPr/>
        </p:nvSpPr>
        <p:spPr>
          <a:xfrm>
            <a:off x="10516790" y="6891609"/>
            <a:ext cx="2609850" cy="1522412"/>
          </a:xfrm>
          <a:prstGeom prst="rect">
            <a:avLst/>
          </a:prstGeom>
          <a:solidFill>
            <a:schemeClr val="accent2">
              <a:lumMod val="20000"/>
              <a:lumOff val="80000"/>
            </a:schemeClr>
          </a:solidFill>
          <a:ln w="38100">
            <a:no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l">
              <a:spcAft>
                <a:spcPts val="0"/>
              </a:spcAft>
            </a:pPr>
            <a:endParaRPr lang="en-US" sz="2400" dirty="0">
              <a:solidFill>
                <a:schemeClr val="tx1"/>
              </a:solidFill>
            </a:endParaRPr>
          </a:p>
        </p:txBody>
      </p:sp>
      <p:sp>
        <p:nvSpPr>
          <p:cNvPr id="2" name="Title 1">
            <a:extLst>
              <a:ext uri="{FF2B5EF4-FFF2-40B4-BE49-F238E27FC236}">
                <a16:creationId xmlns:a16="http://schemas.microsoft.com/office/drawing/2014/main" id="{09A79100-A71A-E7EC-7B5B-9379496F61F9}"/>
              </a:ext>
            </a:extLst>
          </p:cNvPr>
          <p:cNvSpPr>
            <a:spLocks noGrp="1"/>
          </p:cNvSpPr>
          <p:nvPr>
            <p:ph type="title"/>
          </p:nvPr>
        </p:nvSpPr>
        <p:spPr>
          <a:noFill/>
        </p:spPr>
        <p:txBody>
          <a:bodyPr vert="horz" lIns="0" tIns="0" rIns="0" bIns="0" rtlCol="0" anchor="t" anchorCtr="0">
            <a:noAutofit/>
          </a:bodyPr>
          <a:lstStyle/>
          <a:p>
            <a:r>
              <a:rPr lang="en-US" dirty="0"/>
              <a:t>MCP, AI, .NET</a:t>
            </a:r>
          </a:p>
        </p:txBody>
      </p:sp>
      <p:sp>
        <p:nvSpPr>
          <p:cNvPr id="3" name="Slide Number Placeholder 2">
            <a:extLst>
              <a:ext uri="{FF2B5EF4-FFF2-40B4-BE49-F238E27FC236}">
                <a16:creationId xmlns:a16="http://schemas.microsoft.com/office/drawing/2014/main" id="{7FEC0D3D-DA36-2D5F-4236-E18D0B880DE8}"/>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29</a:t>
            </a:fld>
            <a:endParaRPr lang="en-RU" dirty="0"/>
          </a:p>
        </p:txBody>
      </p:sp>
      <p:sp>
        <p:nvSpPr>
          <p:cNvPr id="5" name="Rectangle 4">
            <a:extLst>
              <a:ext uri="{FF2B5EF4-FFF2-40B4-BE49-F238E27FC236}">
                <a16:creationId xmlns:a16="http://schemas.microsoft.com/office/drawing/2014/main" id="{33F76DC2-AF39-D49A-D002-0E5D685AEA2E}"/>
              </a:ext>
            </a:extLst>
          </p:cNvPr>
          <p:cNvSpPr/>
          <p:nvPr/>
        </p:nvSpPr>
        <p:spPr>
          <a:xfrm>
            <a:off x="1555819" y="4725987"/>
            <a:ext cx="2484300" cy="912813"/>
          </a:xfrm>
          <a:prstGeom prst="rect">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ctr">
              <a:spcAft>
                <a:spcPts val="0"/>
              </a:spcAft>
            </a:pPr>
            <a:r>
              <a:rPr lang="en-US" sz="2400" dirty="0">
                <a:solidFill>
                  <a:schemeClr val="tx1"/>
                </a:solidFill>
              </a:rPr>
              <a:t>Host</a:t>
            </a:r>
          </a:p>
          <a:p>
            <a:pPr algn="ctr">
              <a:spcAft>
                <a:spcPts val="0"/>
              </a:spcAft>
            </a:pPr>
            <a:r>
              <a:rPr lang="en-US" sz="2400" dirty="0">
                <a:solidFill>
                  <a:schemeClr val="tx1"/>
                </a:solidFill>
              </a:rPr>
              <a:t>(VS Code, IDEs)</a:t>
            </a:r>
          </a:p>
        </p:txBody>
      </p:sp>
      <p:sp>
        <p:nvSpPr>
          <p:cNvPr id="6" name="Rectangle 5">
            <a:extLst>
              <a:ext uri="{FF2B5EF4-FFF2-40B4-BE49-F238E27FC236}">
                <a16:creationId xmlns:a16="http://schemas.microsoft.com/office/drawing/2014/main" id="{9751AD96-7A96-DAFA-0505-4631B9DF45C4}"/>
              </a:ext>
            </a:extLst>
          </p:cNvPr>
          <p:cNvSpPr/>
          <p:nvPr/>
        </p:nvSpPr>
        <p:spPr>
          <a:xfrm>
            <a:off x="4457700" y="4725987"/>
            <a:ext cx="2686050" cy="912813"/>
          </a:xfrm>
          <a:prstGeom prst="rect">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ctr">
              <a:spcAft>
                <a:spcPts val="0"/>
              </a:spcAft>
            </a:pPr>
            <a:r>
              <a:rPr lang="en-US" sz="2400" dirty="0">
                <a:solidFill>
                  <a:schemeClr val="tx1"/>
                </a:solidFill>
              </a:rPr>
              <a:t>Client</a:t>
            </a:r>
          </a:p>
          <a:p>
            <a:pPr algn="ctr">
              <a:spcAft>
                <a:spcPts val="0"/>
              </a:spcAft>
            </a:pPr>
            <a:r>
              <a:rPr lang="en-US" sz="2400" dirty="0">
                <a:solidFill>
                  <a:schemeClr val="tx1"/>
                </a:solidFill>
              </a:rPr>
              <a:t>(GitHub Copilot)</a:t>
            </a:r>
          </a:p>
        </p:txBody>
      </p:sp>
      <p:sp>
        <p:nvSpPr>
          <p:cNvPr id="7" name="Rectangle 6">
            <a:extLst>
              <a:ext uri="{FF2B5EF4-FFF2-40B4-BE49-F238E27FC236}">
                <a16:creationId xmlns:a16="http://schemas.microsoft.com/office/drawing/2014/main" id="{F5D62CF7-3C11-6AAD-08C3-0B3A2B5014F6}"/>
              </a:ext>
            </a:extLst>
          </p:cNvPr>
          <p:cNvSpPr/>
          <p:nvPr/>
        </p:nvSpPr>
        <p:spPr>
          <a:xfrm>
            <a:off x="9089230" y="4879975"/>
            <a:ext cx="2195514" cy="606426"/>
          </a:xfrm>
          <a:prstGeom prst="rect">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l">
              <a:spcAft>
                <a:spcPts val="0"/>
              </a:spcAft>
            </a:pPr>
            <a:r>
              <a:rPr lang="en-US" sz="2400" dirty="0">
                <a:solidFill>
                  <a:schemeClr val="tx1"/>
                </a:solidFill>
              </a:rPr>
              <a:t>MCP Server B</a:t>
            </a:r>
          </a:p>
        </p:txBody>
      </p:sp>
      <p:sp>
        <p:nvSpPr>
          <p:cNvPr id="13" name="Flowchart: Magnetic Disk 12">
            <a:extLst>
              <a:ext uri="{FF2B5EF4-FFF2-40B4-BE49-F238E27FC236}">
                <a16:creationId xmlns:a16="http://schemas.microsoft.com/office/drawing/2014/main" id="{3EDBF946-6FD1-E4EA-60BD-6EC52E9C0B67}"/>
              </a:ext>
            </a:extLst>
          </p:cNvPr>
          <p:cNvSpPr/>
          <p:nvPr/>
        </p:nvSpPr>
        <p:spPr>
          <a:xfrm>
            <a:off x="11234738" y="3131742"/>
            <a:ext cx="1681163" cy="1371600"/>
          </a:xfrm>
          <a:prstGeom prst="flowChartMagneticDisk">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l">
              <a:spcAft>
                <a:spcPts val="0"/>
              </a:spcAft>
            </a:pPr>
            <a:endParaRPr lang="en-US" sz="2400" dirty="0">
              <a:solidFill>
                <a:schemeClr val="tx1"/>
              </a:solidFill>
            </a:endParaRPr>
          </a:p>
        </p:txBody>
      </p:sp>
      <p:sp>
        <p:nvSpPr>
          <p:cNvPr id="16" name="Flowchart: Magnetic Disk 15">
            <a:extLst>
              <a:ext uri="{FF2B5EF4-FFF2-40B4-BE49-F238E27FC236}">
                <a16:creationId xmlns:a16="http://schemas.microsoft.com/office/drawing/2014/main" id="{B6704CBB-15FB-5B51-D5AF-BA5A6C250238}"/>
              </a:ext>
            </a:extLst>
          </p:cNvPr>
          <p:cNvSpPr/>
          <p:nvPr/>
        </p:nvSpPr>
        <p:spPr>
          <a:xfrm>
            <a:off x="15105459" y="4512472"/>
            <a:ext cx="1681163" cy="1371600"/>
          </a:xfrm>
          <a:prstGeom prst="flowChartMagneticDisk">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l">
              <a:spcAft>
                <a:spcPts val="0"/>
              </a:spcAft>
            </a:pPr>
            <a:endParaRPr lang="en-US" sz="2400" dirty="0">
              <a:solidFill>
                <a:schemeClr val="tx1"/>
              </a:solidFill>
            </a:endParaRPr>
          </a:p>
        </p:txBody>
      </p:sp>
      <p:sp>
        <p:nvSpPr>
          <p:cNvPr id="17" name="Flowchart: Magnetic Disk 16">
            <a:extLst>
              <a:ext uri="{FF2B5EF4-FFF2-40B4-BE49-F238E27FC236}">
                <a16:creationId xmlns:a16="http://schemas.microsoft.com/office/drawing/2014/main" id="{3C89D9AC-7662-DCE3-4170-4BD966BFE5E6}"/>
              </a:ext>
            </a:extLst>
          </p:cNvPr>
          <p:cNvSpPr/>
          <p:nvPr/>
        </p:nvSpPr>
        <p:spPr>
          <a:xfrm>
            <a:off x="15459473" y="6957219"/>
            <a:ext cx="1140619" cy="1371600"/>
          </a:xfrm>
          <a:prstGeom prst="flowChartMagneticDisk">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l">
              <a:spcAft>
                <a:spcPts val="0"/>
              </a:spcAft>
            </a:pPr>
            <a:endParaRPr lang="en-US" sz="2400" dirty="0">
              <a:solidFill>
                <a:schemeClr val="tx1"/>
              </a:solidFill>
            </a:endParaRPr>
          </a:p>
        </p:txBody>
      </p:sp>
      <p:cxnSp>
        <p:nvCxnSpPr>
          <p:cNvPr id="19" name="Straight Arrow Connector 18">
            <a:extLst>
              <a:ext uri="{FF2B5EF4-FFF2-40B4-BE49-F238E27FC236}">
                <a16:creationId xmlns:a16="http://schemas.microsoft.com/office/drawing/2014/main" id="{EC276F44-AFBC-9B50-FFDB-3FE28C4651FD}"/>
              </a:ext>
            </a:extLst>
          </p:cNvPr>
          <p:cNvCxnSpPr>
            <a:cxnSpLocks/>
            <a:stCxn id="5" idx="3"/>
            <a:endCxn id="6" idx="1"/>
          </p:cNvCxnSpPr>
          <p:nvPr/>
        </p:nvCxnSpPr>
        <p:spPr>
          <a:xfrm>
            <a:off x="4040119" y="5182394"/>
            <a:ext cx="417581" cy="0"/>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A18DE731-486A-1C4D-D2CF-6C2EB65D9E44}"/>
              </a:ext>
            </a:extLst>
          </p:cNvPr>
          <p:cNvCxnSpPr>
            <a:cxnSpLocks/>
            <a:stCxn id="6" idx="3"/>
            <a:endCxn id="7" idx="1"/>
          </p:cNvCxnSpPr>
          <p:nvPr/>
        </p:nvCxnSpPr>
        <p:spPr>
          <a:xfrm>
            <a:off x="7143750" y="5182394"/>
            <a:ext cx="1945480" cy="794"/>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398F4529-9214-A2AB-96B2-5783A2820CF0}"/>
              </a:ext>
            </a:extLst>
          </p:cNvPr>
          <p:cNvCxnSpPr>
            <a:cxnSpLocks/>
            <a:stCxn id="7" idx="3"/>
            <a:endCxn id="16" idx="2"/>
          </p:cNvCxnSpPr>
          <p:nvPr/>
        </p:nvCxnSpPr>
        <p:spPr>
          <a:xfrm>
            <a:off x="11284744" y="5183188"/>
            <a:ext cx="3820715" cy="15084"/>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3667333F-53DF-E2BD-56AB-741300744429}"/>
              </a:ext>
            </a:extLst>
          </p:cNvPr>
          <p:cNvCxnSpPr>
            <a:cxnSpLocks/>
            <a:stCxn id="37" idx="3"/>
            <a:endCxn id="17" idx="2"/>
          </p:cNvCxnSpPr>
          <p:nvPr/>
        </p:nvCxnSpPr>
        <p:spPr>
          <a:xfrm flipV="1">
            <a:off x="12956381" y="7643019"/>
            <a:ext cx="2503092" cy="9796"/>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B5A6D247-52D6-6911-D9DD-9FAE9B0F1DD6}"/>
              </a:ext>
            </a:extLst>
          </p:cNvPr>
          <p:cNvSpPr/>
          <p:nvPr/>
        </p:nvSpPr>
        <p:spPr>
          <a:xfrm>
            <a:off x="10713242" y="7349602"/>
            <a:ext cx="2243139" cy="606426"/>
          </a:xfrm>
          <a:prstGeom prst="rect">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l">
              <a:spcAft>
                <a:spcPts val="0"/>
              </a:spcAft>
            </a:pPr>
            <a:r>
              <a:rPr lang="en-US" sz="2400" dirty="0">
                <a:solidFill>
                  <a:schemeClr val="tx1"/>
                </a:solidFill>
              </a:rPr>
              <a:t>Remote Server</a:t>
            </a:r>
          </a:p>
        </p:txBody>
      </p:sp>
      <p:sp>
        <p:nvSpPr>
          <p:cNvPr id="49" name="Rectangle 48">
            <a:extLst>
              <a:ext uri="{FF2B5EF4-FFF2-40B4-BE49-F238E27FC236}">
                <a16:creationId xmlns:a16="http://schemas.microsoft.com/office/drawing/2014/main" id="{3BB8AA9E-65B4-0565-9EB2-C6A10E7D9D63}"/>
              </a:ext>
            </a:extLst>
          </p:cNvPr>
          <p:cNvSpPr/>
          <p:nvPr/>
        </p:nvSpPr>
        <p:spPr>
          <a:xfrm>
            <a:off x="8110537" y="3514329"/>
            <a:ext cx="2195514" cy="606426"/>
          </a:xfrm>
          <a:prstGeom prst="rect">
            <a:avLst/>
          </a:prstGeom>
          <a:solidFill>
            <a:schemeClr val="bg1"/>
          </a:solid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288000" tIns="288000" rIns="216000" bIns="288000" rtlCol="0" anchor="ctr"/>
          <a:lstStyle/>
          <a:p>
            <a:pPr algn="l">
              <a:spcAft>
                <a:spcPts val="0"/>
              </a:spcAft>
            </a:pPr>
            <a:r>
              <a:rPr lang="en-US" sz="2400" dirty="0">
                <a:solidFill>
                  <a:schemeClr val="tx1"/>
                </a:solidFill>
              </a:rPr>
              <a:t>MCP Server A</a:t>
            </a:r>
          </a:p>
        </p:txBody>
      </p:sp>
      <p:cxnSp>
        <p:nvCxnSpPr>
          <p:cNvPr id="50" name="Straight Arrow Connector 49">
            <a:extLst>
              <a:ext uri="{FF2B5EF4-FFF2-40B4-BE49-F238E27FC236}">
                <a16:creationId xmlns:a16="http://schemas.microsoft.com/office/drawing/2014/main" id="{B5F5F8E2-B1AB-0025-1C74-BD18CF484A04}"/>
              </a:ext>
            </a:extLst>
          </p:cNvPr>
          <p:cNvCxnSpPr>
            <a:cxnSpLocks/>
            <a:stCxn id="49" idx="3"/>
            <a:endCxn id="13" idx="2"/>
          </p:cNvCxnSpPr>
          <p:nvPr/>
        </p:nvCxnSpPr>
        <p:spPr>
          <a:xfrm>
            <a:off x="10306051" y="3817542"/>
            <a:ext cx="928687" cy="0"/>
          </a:xfrm>
          <a:prstGeom prst="straightConnector1">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4" name="TextBox 53">
            <a:extLst>
              <a:ext uri="{FF2B5EF4-FFF2-40B4-BE49-F238E27FC236}">
                <a16:creationId xmlns:a16="http://schemas.microsoft.com/office/drawing/2014/main" id="{E32E4C11-9749-37F9-563B-CEA2D341EA68}"/>
              </a:ext>
            </a:extLst>
          </p:cNvPr>
          <p:cNvSpPr txBox="1"/>
          <p:nvPr/>
        </p:nvSpPr>
        <p:spPr>
          <a:xfrm>
            <a:off x="13444737" y="7490294"/>
            <a:ext cx="1209476" cy="325042"/>
          </a:xfrm>
          <a:prstGeom prst="rect">
            <a:avLst/>
          </a:prstGeom>
          <a:solidFill>
            <a:schemeClr val="bg1">
              <a:lumMod val="85000"/>
            </a:schemeClr>
          </a:solidFill>
        </p:spPr>
        <p:txBody>
          <a:bodyPr wrap="none" lIns="0" tIns="0" rIns="0" bIns="0" rtlCol="0">
            <a:noAutofit/>
          </a:bodyPr>
          <a:lstStyle/>
          <a:p>
            <a:pPr algn="ctr">
              <a:spcAft>
                <a:spcPts val="1200"/>
              </a:spcAft>
            </a:pPr>
            <a:r>
              <a:rPr lang="en-US" sz="2000" dirty="0"/>
              <a:t>Web APIs</a:t>
            </a:r>
          </a:p>
        </p:txBody>
      </p:sp>
      <p:sp>
        <p:nvSpPr>
          <p:cNvPr id="55" name="TextBox 54">
            <a:extLst>
              <a:ext uri="{FF2B5EF4-FFF2-40B4-BE49-F238E27FC236}">
                <a16:creationId xmlns:a16="http://schemas.microsoft.com/office/drawing/2014/main" id="{435E933C-E9AC-056D-5F0F-660C83B5603B}"/>
              </a:ext>
            </a:extLst>
          </p:cNvPr>
          <p:cNvSpPr txBox="1"/>
          <p:nvPr/>
        </p:nvSpPr>
        <p:spPr>
          <a:xfrm>
            <a:off x="12245379" y="5017890"/>
            <a:ext cx="1170782" cy="325042"/>
          </a:xfrm>
          <a:prstGeom prst="rect">
            <a:avLst/>
          </a:prstGeom>
          <a:solidFill>
            <a:schemeClr val="bg1">
              <a:lumMod val="85000"/>
            </a:schemeClr>
          </a:solidFill>
        </p:spPr>
        <p:txBody>
          <a:bodyPr wrap="none" lIns="0" tIns="0" rIns="0" bIns="0" rtlCol="0">
            <a:noAutofit/>
          </a:bodyPr>
          <a:lstStyle/>
          <a:p>
            <a:pPr algn="ctr">
              <a:spcAft>
                <a:spcPts val="1200"/>
              </a:spcAft>
            </a:pPr>
            <a:r>
              <a:rPr lang="en-US" sz="2000" dirty="0"/>
              <a:t>Web APIs</a:t>
            </a:r>
          </a:p>
        </p:txBody>
      </p:sp>
      <p:sp>
        <p:nvSpPr>
          <p:cNvPr id="57" name="TextBox 56">
            <a:extLst>
              <a:ext uri="{FF2B5EF4-FFF2-40B4-BE49-F238E27FC236}">
                <a16:creationId xmlns:a16="http://schemas.microsoft.com/office/drawing/2014/main" id="{1AF80357-45B2-4F7F-61AA-97D6CC3CA0F7}"/>
              </a:ext>
            </a:extLst>
          </p:cNvPr>
          <p:cNvSpPr txBox="1"/>
          <p:nvPr/>
        </p:nvSpPr>
        <p:spPr>
          <a:xfrm>
            <a:off x="7435612" y="5017890"/>
            <a:ext cx="1424146" cy="325042"/>
          </a:xfrm>
          <a:prstGeom prst="rect">
            <a:avLst/>
          </a:prstGeom>
          <a:solidFill>
            <a:schemeClr val="bg1">
              <a:lumMod val="85000"/>
            </a:schemeClr>
          </a:solidFill>
        </p:spPr>
        <p:txBody>
          <a:bodyPr wrap="none" lIns="0" tIns="0" rIns="0" bIns="0" rtlCol="0">
            <a:noAutofit/>
          </a:bodyPr>
          <a:lstStyle/>
          <a:p>
            <a:pPr algn="ctr">
              <a:spcAft>
                <a:spcPts val="1200"/>
              </a:spcAft>
            </a:pPr>
            <a:r>
              <a:rPr lang="en-US" sz="2000" dirty="0"/>
              <a:t>MCP Protocol</a:t>
            </a:r>
          </a:p>
        </p:txBody>
      </p:sp>
      <p:cxnSp>
        <p:nvCxnSpPr>
          <p:cNvPr id="1027" name="Connector: Elbow 1026">
            <a:extLst>
              <a:ext uri="{FF2B5EF4-FFF2-40B4-BE49-F238E27FC236}">
                <a16:creationId xmlns:a16="http://schemas.microsoft.com/office/drawing/2014/main" id="{1D25FB08-30BB-FD60-69C6-4DCDE46A0C6F}"/>
              </a:ext>
            </a:extLst>
          </p:cNvPr>
          <p:cNvCxnSpPr>
            <a:cxnSpLocks/>
            <a:stCxn id="6" idx="2"/>
            <a:endCxn id="12" idx="0"/>
          </p:cNvCxnSpPr>
          <p:nvPr/>
        </p:nvCxnSpPr>
        <p:spPr>
          <a:xfrm rot="16200000" flipH="1">
            <a:off x="8184816" y="3254709"/>
            <a:ext cx="1252809" cy="6020990"/>
          </a:xfrm>
          <a:prstGeom prst="bentConnector3">
            <a:avLst>
              <a:gd name="adj1" fmla="val 50000"/>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F47B7BD-B703-C899-6476-9CB3137B4559}"/>
              </a:ext>
            </a:extLst>
          </p:cNvPr>
          <p:cNvSpPr txBox="1"/>
          <p:nvPr/>
        </p:nvSpPr>
        <p:spPr>
          <a:xfrm>
            <a:off x="9089230" y="6103936"/>
            <a:ext cx="1959770" cy="325042"/>
          </a:xfrm>
          <a:prstGeom prst="rect">
            <a:avLst/>
          </a:prstGeom>
          <a:solidFill>
            <a:schemeClr val="bg1">
              <a:lumMod val="85000"/>
            </a:schemeClr>
          </a:solidFill>
        </p:spPr>
        <p:txBody>
          <a:bodyPr wrap="none" lIns="0" tIns="0" rIns="0" bIns="0" rtlCol="0">
            <a:noAutofit/>
          </a:bodyPr>
          <a:lstStyle/>
          <a:p>
            <a:pPr algn="ctr">
              <a:spcAft>
                <a:spcPts val="1200"/>
              </a:spcAft>
            </a:pPr>
            <a:r>
              <a:rPr lang="en-US" sz="2000" dirty="0"/>
              <a:t>MCP Protocol (SSE)</a:t>
            </a:r>
          </a:p>
        </p:txBody>
      </p:sp>
      <p:sp>
        <p:nvSpPr>
          <p:cNvPr id="1029" name="TextBox 1028">
            <a:extLst>
              <a:ext uri="{FF2B5EF4-FFF2-40B4-BE49-F238E27FC236}">
                <a16:creationId xmlns:a16="http://schemas.microsoft.com/office/drawing/2014/main" id="{D0538B36-1F29-A095-6F33-01B8222FC693}"/>
              </a:ext>
            </a:extLst>
          </p:cNvPr>
          <p:cNvSpPr txBox="1"/>
          <p:nvPr/>
        </p:nvSpPr>
        <p:spPr>
          <a:xfrm>
            <a:off x="15363827" y="7521840"/>
            <a:ext cx="1331912" cy="747907"/>
          </a:xfrm>
          <a:prstGeom prst="rect">
            <a:avLst/>
          </a:prstGeom>
          <a:noFill/>
        </p:spPr>
        <p:txBody>
          <a:bodyPr wrap="none" lIns="0" tIns="0" rIns="0" bIns="0" rtlCol="0">
            <a:noAutofit/>
          </a:bodyPr>
          <a:lstStyle/>
          <a:p>
            <a:pPr algn="ctr"/>
            <a:r>
              <a:rPr lang="en-US" sz="2000" dirty="0"/>
              <a:t>Remote </a:t>
            </a:r>
          </a:p>
          <a:p>
            <a:pPr algn="ctr"/>
            <a:r>
              <a:rPr lang="en-US" sz="2000" dirty="0"/>
              <a:t>Service C</a:t>
            </a:r>
          </a:p>
        </p:txBody>
      </p:sp>
      <p:sp>
        <p:nvSpPr>
          <p:cNvPr id="1030" name="TextBox 1029">
            <a:extLst>
              <a:ext uri="{FF2B5EF4-FFF2-40B4-BE49-F238E27FC236}">
                <a16:creationId xmlns:a16="http://schemas.microsoft.com/office/drawing/2014/main" id="{B08C1E4C-94B7-0516-7532-D7CEBBBF4882}"/>
              </a:ext>
            </a:extLst>
          </p:cNvPr>
          <p:cNvSpPr txBox="1"/>
          <p:nvPr/>
        </p:nvSpPr>
        <p:spPr>
          <a:xfrm>
            <a:off x="15280084" y="5035751"/>
            <a:ext cx="1331912" cy="747907"/>
          </a:xfrm>
          <a:prstGeom prst="rect">
            <a:avLst/>
          </a:prstGeom>
          <a:noFill/>
        </p:spPr>
        <p:txBody>
          <a:bodyPr wrap="none" lIns="0" tIns="0" rIns="0" bIns="0" rtlCol="0">
            <a:noAutofit/>
          </a:bodyPr>
          <a:lstStyle/>
          <a:p>
            <a:pPr algn="ctr"/>
            <a:r>
              <a:rPr lang="en-US" sz="2000" dirty="0"/>
              <a:t>Local</a:t>
            </a:r>
          </a:p>
          <a:p>
            <a:pPr algn="ctr"/>
            <a:r>
              <a:rPr lang="en-US" sz="2000" dirty="0"/>
              <a:t>Data Source B</a:t>
            </a:r>
          </a:p>
        </p:txBody>
      </p:sp>
      <p:sp>
        <p:nvSpPr>
          <p:cNvPr id="1033" name="TextBox 1032">
            <a:extLst>
              <a:ext uri="{FF2B5EF4-FFF2-40B4-BE49-F238E27FC236}">
                <a16:creationId xmlns:a16="http://schemas.microsoft.com/office/drawing/2014/main" id="{A1F754B0-7863-B95D-4DDC-B11B32780B08}"/>
              </a:ext>
            </a:extLst>
          </p:cNvPr>
          <p:cNvSpPr txBox="1"/>
          <p:nvPr/>
        </p:nvSpPr>
        <p:spPr>
          <a:xfrm>
            <a:off x="11409363" y="3675168"/>
            <a:ext cx="1331912" cy="747907"/>
          </a:xfrm>
          <a:prstGeom prst="rect">
            <a:avLst/>
          </a:prstGeom>
          <a:noFill/>
        </p:spPr>
        <p:txBody>
          <a:bodyPr wrap="none" lIns="0" tIns="0" rIns="0" bIns="0" rtlCol="0">
            <a:noAutofit/>
          </a:bodyPr>
          <a:lstStyle/>
          <a:p>
            <a:pPr algn="ctr"/>
            <a:r>
              <a:rPr lang="en-US" sz="2000" dirty="0"/>
              <a:t>Local</a:t>
            </a:r>
          </a:p>
          <a:p>
            <a:pPr algn="ctr"/>
            <a:r>
              <a:rPr lang="en-US" sz="2000" dirty="0"/>
              <a:t>Data Source A</a:t>
            </a:r>
          </a:p>
        </p:txBody>
      </p:sp>
      <p:cxnSp>
        <p:nvCxnSpPr>
          <p:cNvPr id="1034" name="Connector: Elbow 1033">
            <a:extLst>
              <a:ext uri="{FF2B5EF4-FFF2-40B4-BE49-F238E27FC236}">
                <a16:creationId xmlns:a16="http://schemas.microsoft.com/office/drawing/2014/main" id="{84232F01-E189-16CC-94A3-8BD39D0C6D03}"/>
              </a:ext>
            </a:extLst>
          </p:cNvPr>
          <p:cNvCxnSpPr>
            <a:cxnSpLocks/>
            <a:stCxn id="6" idx="0"/>
            <a:endCxn id="49" idx="1"/>
          </p:cNvCxnSpPr>
          <p:nvPr/>
        </p:nvCxnSpPr>
        <p:spPr>
          <a:xfrm rot="5400000" flipH="1" flipV="1">
            <a:off x="6501409" y="3116859"/>
            <a:ext cx="908445" cy="2309812"/>
          </a:xfrm>
          <a:prstGeom prst="bentConnector2">
            <a:avLst/>
          </a:prstGeom>
          <a:ln w="38100">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6" name="TextBox 55">
            <a:extLst>
              <a:ext uri="{FF2B5EF4-FFF2-40B4-BE49-F238E27FC236}">
                <a16:creationId xmlns:a16="http://schemas.microsoft.com/office/drawing/2014/main" id="{471211C4-C12F-5611-999D-17CF3941A581}"/>
              </a:ext>
            </a:extLst>
          </p:cNvPr>
          <p:cNvSpPr txBox="1"/>
          <p:nvPr/>
        </p:nvSpPr>
        <p:spPr>
          <a:xfrm>
            <a:off x="6300708" y="3657520"/>
            <a:ext cx="1424146" cy="325042"/>
          </a:xfrm>
          <a:prstGeom prst="rect">
            <a:avLst/>
          </a:prstGeom>
          <a:solidFill>
            <a:schemeClr val="bg1">
              <a:lumMod val="85000"/>
            </a:schemeClr>
          </a:solidFill>
        </p:spPr>
        <p:txBody>
          <a:bodyPr wrap="none" lIns="0" tIns="0" rIns="0" bIns="0" rtlCol="0">
            <a:noAutofit/>
          </a:bodyPr>
          <a:lstStyle/>
          <a:p>
            <a:pPr algn="ctr">
              <a:spcAft>
                <a:spcPts val="1200"/>
              </a:spcAft>
            </a:pPr>
            <a:r>
              <a:rPr lang="en-US" sz="2000" dirty="0"/>
              <a:t>MCP Protocol</a:t>
            </a:r>
          </a:p>
        </p:txBody>
      </p:sp>
      <p:sp>
        <p:nvSpPr>
          <p:cNvPr id="1037" name="TextBox 1036">
            <a:extLst>
              <a:ext uri="{FF2B5EF4-FFF2-40B4-BE49-F238E27FC236}">
                <a16:creationId xmlns:a16="http://schemas.microsoft.com/office/drawing/2014/main" id="{6CF4C0E4-07E4-0ADA-A988-3AA2F9D0EABF}"/>
              </a:ext>
            </a:extLst>
          </p:cNvPr>
          <p:cNvSpPr txBox="1"/>
          <p:nvPr/>
        </p:nvSpPr>
        <p:spPr>
          <a:xfrm>
            <a:off x="11135520" y="6891609"/>
            <a:ext cx="1331912" cy="323114"/>
          </a:xfrm>
          <a:prstGeom prst="rect">
            <a:avLst/>
          </a:prstGeom>
          <a:noFill/>
        </p:spPr>
        <p:txBody>
          <a:bodyPr wrap="none" lIns="0" tIns="0" rIns="0" bIns="0" rtlCol="0">
            <a:noAutofit/>
          </a:bodyPr>
          <a:lstStyle/>
          <a:p>
            <a:pPr algn="ctr"/>
            <a:r>
              <a:rPr lang="en-US" sz="2400" dirty="0">
                <a:latin typeface="DA_FuturaPT Demi" panose="020B0702020204020303" pitchFamily="34" charset="0"/>
              </a:rPr>
              <a:t>Remote</a:t>
            </a:r>
          </a:p>
        </p:txBody>
      </p:sp>
      <p:sp>
        <p:nvSpPr>
          <p:cNvPr id="1038" name="TextBox 1037">
            <a:extLst>
              <a:ext uri="{FF2B5EF4-FFF2-40B4-BE49-F238E27FC236}">
                <a16:creationId xmlns:a16="http://schemas.microsoft.com/office/drawing/2014/main" id="{D9EFCADF-7E55-7559-60E4-8FD621CC2915}"/>
              </a:ext>
            </a:extLst>
          </p:cNvPr>
          <p:cNvSpPr txBox="1"/>
          <p:nvPr/>
        </p:nvSpPr>
        <p:spPr>
          <a:xfrm>
            <a:off x="6732656" y="2788422"/>
            <a:ext cx="1331912" cy="323114"/>
          </a:xfrm>
          <a:prstGeom prst="rect">
            <a:avLst/>
          </a:prstGeom>
          <a:noFill/>
        </p:spPr>
        <p:txBody>
          <a:bodyPr wrap="none" lIns="0" tIns="0" rIns="0" bIns="0" rtlCol="0">
            <a:noAutofit/>
          </a:bodyPr>
          <a:lstStyle/>
          <a:p>
            <a:pPr algn="ctr"/>
            <a:r>
              <a:rPr lang="en-US" sz="2400" dirty="0">
                <a:latin typeface="DA_FuturaPT Demi" panose="020B0702020204020303" pitchFamily="34" charset="0"/>
              </a:rPr>
              <a:t>Your computer</a:t>
            </a:r>
          </a:p>
        </p:txBody>
      </p:sp>
      <p:sp>
        <p:nvSpPr>
          <p:cNvPr id="1045" name="TextBox 1044">
            <a:extLst>
              <a:ext uri="{FF2B5EF4-FFF2-40B4-BE49-F238E27FC236}">
                <a16:creationId xmlns:a16="http://schemas.microsoft.com/office/drawing/2014/main" id="{AA2AF4B9-13F0-BD2D-01D5-AC5FEC79E48F}"/>
              </a:ext>
            </a:extLst>
          </p:cNvPr>
          <p:cNvSpPr txBox="1"/>
          <p:nvPr/>
        </p:nvSpPr>
        <p:spPr>
          <a:xfrm>
            <a:off x="15239206" y="4012550"/>
            <a:ext cx="1331912" cy="323114"/>
          </a:xfrm>
          <a:prstGeom prst="rect">
            <a:avLst/>
          </a:prstGeom>
          <a:noFill/>
        </p:spPr>
        <p:txBody>
          <a:bodyPr wrap="none" lIns="0" tIns="0" rIns="0" bIns="0" rtlCol="0">
            <a:noAutofit/>
          </a:bodyPr>
          <a:lstStyle/>
          <a:p>
            <a:pPr algn="ctr"/>
            <a:r>
              <a:rPr lang="en-US" sz="2400" dirty="0">
                <a:latin typeface="DA_FuturaPT Demi" panose="020B0702020204020303" pitchFamily="34" charset="0"/>
              </a:rPr>
              <a:t>Internet</a:t>
            </a:r>
          </a:p>
        </p:txBody>
      </p:sp>
    </p:spTree>
    <p:extLst>
      <p:ext uri="{BB962C8B-B14F-4D97-AF65-F5344CB8AC3E}">
        <p14:creationId xmlns:p14="http://schemas.microsoft.com/office/powerpoint/2010/main" val="38421369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772F0A-6ED9-0D5C-3A39-2E2BBBEAE408}"/>
              </a:ext>
            </a:extLst>
          </p:cNvPr>
          <p:cNvSpPr>
            <a:spLocks noGrp="1"/>
          </p:cNvSpPr>
          <p:nvPr>
            <p:ph type="title"/>
          </p:nvPr>
        </p:nvSpPr>
        <p:spPr/>
        <p:txBody>
          <a:bodyPr/>
          <a:lstStyle/>
          <a:p>
            <a:r>
              <a:rPr lang="en-US" dirty="0" err="1"/>
              <a:t>SignalR</a:t>
            </a:r>
            <a:endParaRPr lang="en-US" dirty="0"/>
          </a:p>
        </p:txBody>
      </p:sp>
      <p:sp>
        <p:nvSpPr>
          <p:cNvPr id="3" name="Slide Number Placeholder 2">
            <a:extLst>
              <a:ext uri="{FF2B5EF4-FFF2-40B4-BE49-F238E27FC236}">
                <a16:creationId xmlns:a16="http://schemas.microsoft.com/office/drawing/2014/main" id="{43C2318B-6944-B7E6-A92C-7CDE82F8555F}"/>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30</a:t>
            </a:fld>
            <a:endParaRPr lang="en-RU" dirty="0"/>
          </a:p>
        </p:txBody>
      </p:sp>
      <p:sp>
        <p:nvSpPr>
          <p:cNvPr id="4" name="Content Placeholder 3">
            <a:extLst>
              <a:ext uri="{FF2B5EF4-FFF2-40B4-BE49-F238E27FC236}">
                <a16:creationId xmlns:a16="http://schemas.microsoft.com/office/drawing/2014/main" id="{49A8F87D-4E4A-41DB-85AA-2B63518CD1EE}"/>
              </a:ext>
            </a:extLst>
          </p:cNvPr>
          <p:cNvSpPr>
            <a:spLocks noGrp="1"/>
          </p:cNvSpPr>
          <p:nvPr>
            <p:ph sz="quarter" idx="10"/>
          </p:nvPr>
        </p:nvSpPr>
        <p:spPr/>
        <p:txBody>
          <a:bodyPr/>
          <a:lstStyle/>
          <a:p>
            <a:pPr marL="342900" indent="-342900">
              <a:buFontTx/>
              <a:buChar char="-"/>
            </a:pPr>
            <a:r>
              <a:rPr lang="en-US" dirty="0"/>
              <a:t>Updates STS, LTS</a:t>
            </a:r>
          </a:p>
          <a:p>
            <a:pPr marL="342900" indent="-342900">
              <a:buFontTx/>
              <a:buChar char="-"/>
            </a:pPr>
            <a:r>
              <a:rPr lang="en-US" dirty="0" err="1"/>
              <a:t>Whats’</a:t>
            </a:r>
            <a:r>
              <a:rPr lang="en-US" dirty="0"/>
              <a:t> new</a:t>
            </a:r>
          </a:p>
          <a:p>
            <a:pPr marL="342900" indent="-342900">
              <a:buFontTx/>
              <a:buChar char="-"/>
            </a:pPr>
            <a:r>
              <a:rPr lang="en-US" dirty="0"/>
              <a:t>testing</a:t>
            </a:r>
          </a:p>
        </p:txBody>
      </p:sp>
    </p:spTree>
    <p:extLst>
      <p:ext uri="{BB962C8B-B14F-4D97-AF65-F5344CB8AC3E}">
        <p14:creationId xmlns:p14="http://schemas.microsoft.com/office/powerpoint/2010/main" val="167795580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772F0A-6ED9-0D5C-3A39-2E2BBBEAE408}"/>
              </a:ext>
            </a:extLst>
          </p:cNvPr>
          <p:cNvSpPr>
            <a:spLocks noGrp="1"/>
          </p:cNvSpPr>
          <p:nvPr>
            <p:ph type="title"/>
          </p:nvPr>
        </p:nvSpPr>
        <p:spPr/>
        <p:txBody>
          <a:bodyPr/>
          <a:lstStyle/>
          <a:p>
            <a:r>
              <a:rPr lang="en-US" dirty="0"/>
              <a:t>.NET MAUI 10</a:t>
            </a:r>
          </a:p>
        </p:txBody>
      </p:sp>
      <p:sp>
        <p:nvSpPr>
          <p:cNvPr id="3" name="Slide Number Placeholder 2">
            <a:extLst>
              <a:ext uri="{FF2B5EF4-FFF2-40B4-BE49-F238E27FC236}">
                <a16:creationId xmlns:a16="http://schemas.microsoft.com/office/drawing/2014/main" id="{43C2318B-6944-B7E6-A92C-7CDE82F8555F}"/>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31</a:t>
            </a:fld>
            <a:endParaRPr lang="en-RU" dirty="0"/>
          </a:p>
        </p:txBody>
      </p:sp>
      <p:sp>
        <p:nvSpPr>
          <p:cNvPr id="4" name="Content Placeholder 3">
            <a:extLst>
              <a:ext uri="{FF2B5EF4-FFF2-40B4-BE49-F238E27FC236}">
                <a16:creationId xmlns:a16="http://schemas.microsoft.com/office/drawing/2014/main" id="{49A8F87D-4E4A-41DB-85AA-2B63518CD1EE}"/>
              </a:ext>
            </a:extLst>
          </p:cNvPr>
          <p:cNvSpPr>
            <a:spLocks noGrp="1"/>
          </p:cNvSpPr>
          <p:nvPr>
            <p:ph sz="quarter" idx="10"/>
          </p:nvPr>
        </p:nvSpPr>
        <p:spPr/>
        <p:txBody>
          <a:bodyPr/>
          <a:lstStyle/>
          <a:p>
            <a:pPr marL="342900" indent="-342900">
              <a:buFontTx/>
              <a:buChar char="-"/>
            </a:pPr>
            <a:r>
              <a:rPr lang="en-US" sz="2800" dirty="0"/>
              <a:t>Aspire integration</a:t>
            </a:r>
          </a:p>
          <a:p>
            <a:pPr marL="342900" indent="-342900">
              <a:buFontTx/>
              <a:buChar char="-"/>
            </a:pPr>
            <a:r>
              <a:rPr lang="en-US" sz="2800" dirty="0" err="1"/>
              <a:t>CollectionView</a:t>
            </a:r>
            <a:r>
              <a:rPr lang="en-US" sz="2800" dirty="0"/>
              <a:t> and </a:t>
            </a:r>
            <a:r>
              <a:rPr lang="en-US" sz="2800" dirty="0" err="1"/>
              <a:t>CarouselView</a:t>
            </a:r>
            <a:r>
              <a:rPr lang="en-US" sz="2800" dirty="0"/>
              <a:t> new Handlers</a:t>
            </a:r>
          </a:p>
          <a:p>
            <a:pPr marL="342900" indent="-342900">
              <a:buFontTx/>
              <a:buChar char="-"/>
            </a:pPr>
            <a:r>
              <a:rPr lang="en-US" sz="2800" dirty="0"/>
              <a:t>Editor and Entry on Android support </a:t>
            </a:r>
            <a:r>
              <a:rPr lang="en-US" sz="2800" dirty="0" err="1"/>
              <a:t>SelectionChanged</a:t>
            </a:r>
            <a:r>
              <a:rPr lang="en-US" sz="2800" dirty="0"/>
              <a:t> event</a:t>
            </a:r>
          </a:p>
          <a:p>
            <a:pPr marL="342900" indent="-342900">
              <a:buFontTx/>
              <a:buChar char="-"/>
            </a:pPr>
            <a:r>
              <a:rPr lang="en-US" sz="2800" dirty="0"/>
              <a:t>Updates STS, LTS</a:t>
            </a:r>
          </a:p>
          <a:p>
            <a:pPr marL="342900" indent="-342900">
              <a:buFontTx/>
              <a:buChar char="-"/>
            </a:pPr>
            <a:r>
              <a:rPr lang="en-US" sz="2800" dirty="0" err="1"/>
              <a:t>Whats’</a:t>
            </a:r>
            <a:r>
              <a:rPr lang="en-US" sz="2800" dirty="0"/>
              <a:t> new</a:t>
            </a:r>
          </a:p>
          <a:p>
            <a:pPr marL="342900" indent="-342900">
              <a:buFontTx/>
              <a:buChar char="-"/>
            </a:pPr>
            <a:r>
              <a:rPr lang="en-US" sz="2800" dirty="0"/>
              <a:t>testing</a:t>
            </a:r>
          </a:p>
        </p:txBody>
      </p:sp>
    </p:spTree>
    <p:extLst>
      <p:ext uri="{BB962C8B-B14F-4D97-AF65-F5344CB8AC3E}">
        <p14:creationId xmlns:p14="http://schemas.microsoft.com/office/powerpoint/2010/main" val="336123991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C2288-325D-430A-A275-E91A43D446D9}"/>
              </a:ext>
            </a:extLst>
          </p:cNvPr>
          <p:cNvSpPr>
            <a:spLocks noGrp="1"/>
          </p:cNvSpPr>
          <p:nvPr>
            <p:ph type="title"/>
          </p:nvPr>
        </p:nvSpPr>
        <p:spPr>
          <a:noFill/>
        </p:spPr>
        <p:txBody>
          <a:bodyPr vert="horz" lIns="0" tIns="0" rIns="0" bIns="0" rtlCol="0" anchor="t" anchorCtr="0">
            <a:noAutofit/>
          </a:bodyPr>
          <a:lstStyle/>
          <a:p>
            <a:r>
              <a:rPr lang="en-US" dirty="0"/>
              <a:t>Links and Samples</a:t>
            </a:r>
          </a:p>
        </p:txBody>
      </p:sp>
      <p:sp>
        <p:nvSpPr>
          <p:cNvPr id="3" name="Slide Number Placeholder 2">
            <a:extLst>
              <a:ext uri="{FF2B5EF4-FFF2-40B4-BE49-F238E27FC236}">
                <a16:creationId xmlns:a16="http://schemas.microsoft.com/office/drawing/2014/main" id="{9900E9C6-7B92-4D5F-A5EE-31F69C56C542}"/>
              </a:ext>
            </a:extLst>
          </p:cNvPr>
          <p:cNvSpPr>
            <a:spLocks noGrp="1"/>
          </p:cNvSpPr>
          <p:nvPr>
            <p:ph type="sldNum" sz="quarter" idx="4"/>
          </p:nvPr>
        </p:nvSpPr>
        <p:spPr/>
        <p:txBody>
          <a:bodyPr/>
          <a:lstStyle/>
          <a:p>
            <a:r>
              <a:rPr lang="ru-RU"/>
              <a:t> </a:t>
            </a:r>
            <a:r>
              <a:rPr lang="ru-RU" b="0"/>
              <a:t>/</a:t>
            </a:r>
            <a:r>
              <a:rPr lang="ru-RU"/>
              <a:t> </a:t>
            </a:r>
            <a:fld id="{49165CBE-C494-7A42-AB39-464FE4BAD852}" type="slidenum">
              <a:rPr lang="en-RU" smtClean="0"/>
              <a:pPr/>
              <a:t>32</a:t>
            </a:fld>
            <a:endParaRPr lang="en-RU" dirty="0"/>
          </a:p>
        </p:txBody>
      </p:sp>
      <p:sp>
        <p:nvSpPr>
          <p:cNvPr id="4" name="Content Placeholder 3">
            <a:extLst>
              <a:ext uri="{FF2B5EF4-FFF2-40B4-BE49-F238E27FC236}">
                <a16:creationId xmlns:a16="http://schemas.microsoft.com/office/drawing/2014/main" id="{03D18E1A-C40A-4619-A34E-ECF1CAC98967}"/>
              </a:ext>
            </a:extLst>
          </p:cNvPr>
          <p:cNvSpPr>
            <a:spLocks noGrp="1"/>
          </p:cNvSpPr>
          <p:nvPr>
            <p:ph sz="quarter" idx="10"/>
          </p:nvPr>
        </p:nvSpPr>
        <p:spPr/>
        <p:txBody>
          <a:bodyPr vert="horz" lIns="0" tIns="0" rIns="0" bIns="0" rtlCol="0">
            <a:noAutofit/>
          </a:bodyPr>
          <a:lstStyle/>
          <a:p>
            <a:pPr marL="457200" indent="-457200">
              <a:buFont typeface="Arial" panose="020B0604020202020204" pitchFamily="34" charset="0"/>
              <a:buChar char="•"/>
            </a:pPr>
            <a:r>
              <a:rPr lang="en-US" sz="2800">
                <a:hlinkClick r:id="rId2">
                  <a:extLst>
                    <a:ext uri="{A12FA001-AC4F-418D-AE19-62706E023703}">
                      <ahyp:hlinkClr xmlns:ahyp="http://schemas.microsoft.com/office/drawing/2018/hyperlinkcolor" val="tx"/>
                    </a:ext>
                  </a:extLst>
                </a:hlinkClick>
              </a:rPr>
              <a:t>.</a:t>
            </a:r>
            <a:r>
              <a:rPr lang="en-US" sz="2800" dirty="0">
                <a:hlinkClick r:id="rId2">
                  <a:extLst>
                    <a:ext uri="{A12FA001-AC4F-418D-AE19-62706E023703}">
                      <ahyp:hlinkClr xmlns:ahyp="http://schemas.microsoft.com/office/drawing/2018/hyperlinkcolor" val="tx"/>
                    </a:ext>
                  </a:extLst>
                </a:hlinkClick>
              </a:rPr>
              <a:t>NET 9 Overview</a:t>
            </a:r>
            <a:endParaRPr lang="en-US" sz="2800" dirty="0"/>
          </a:p>
          <a:p>
            <a:pPr marL="457200" indent="-457200">
              <a:buFont typeface="Arial" panose="020B0604020202020204" pitchFamily="34" charset="0"/>
              <a:buChar char="•"/>
            </a:pPr>
            <a:r>
              <a:rPr lang="en-US" sz="2800" dirty="0">
                <a:hlinkClick r:id="rId3">
                  <a:extLst>
                    <a:ext uri="{A12FA001-AC4F-418D-AE19-62706E023703}">
                      <ahyp:hlinkClr xmlns:ahyp="http://schemas.microsoft.com/office/drawing/2018/hyperlinkcolor" val="tx"/>
                    </a:ext>
                  </a:extLst>
                </a:hlinkClick>
              </a:rPr>
              <a:t>.NET Aspire docs</a:t>
            </a:r>
            <a:endParaRPr lang="en-US" sz="2800" dirty="0"/>
          </a:p>
          <a:p>
            <a:pPr marL="457200" indent="-457200">
              <a:buFont typeface="Arial" panose="020B0604020202020204" pitchFamily="34" charset="0"/>
              <a:buChar char="•"/>
            </a:pPr>
            <a:r>
              <a:rPr lang="en-US" sz="2800" dirty="0">
                <a:hlinkClick r:id="rId4">
                  <a:extLst>
                    <a:ext uri="{A12FA001-AC4F-418D-AE19-62706E023703}">
                      <ahyp:hlinkClr xmlns:ahyp="http://schemas.microsoft.com/office/drawing/2018/hyperlinkcolor" val="tx"/>
                    </a:ext>
                  </a:extLst>
                </a:hlinkClick>
              </a:rPr>
              <a:t>.NET AI Overview</a:t>
            </a:r>
            <a:endParaRPr lang="en-US" sz="2800" dirty="0"/>
          </a:p>
        </p:txBody>
      </p:sp>
    </p:spTree>
    <p:extLst>
      <p:ext uri="{BB962C8B-B14F-4D97-AF65-F5344CB8AC3E}">
        <p14:creationId xmlns:p14="http://schemas.microsoft.com/office/powerpoint/2010/main" val="26952968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 name="THINKCELLPRESENTATIONDONOTDELETE" val="&lt;?xml version=&quot;1.0&quot; encoding=&quot;UTF-16&quot; standalone=&quot;yes&quot;?&gt;&lt;root reqver=&quot;27037&quot;&gt;&lt;version val=&quot;32840&quot;/&gt;&lt;CPresentation id=&quot;1&quot;&gt;&lt;m_precDefaultNumber&gt;&lt;m_bNumberIsYear val=&quot;1&quot;/&gt;&lt;m_chMinusSymbol&gt;-&lt;/m_chMinusSymbol&gt;&lt;m_chDecimalSymbol17909&gt;,&lt;/m_chDecimalSymbol17909&gt;&lt;m_nGroupingDigits17909 val=&quot;3&quot;/&gt;&lt;m_chGroupingSymbol17909&gt; &lt;/m_chGroupingSymbol17909&gt;&lt;m_yearfmt&gt;&lt;begin val=&quot;0&quot;/&gt;&lt;end val=&quot;4&quot;/&gt;&lt;/m_yearfmt&gt;&lt;/m_precDefaultNumber&gt;&lt;m_precDefaultPercent&gt;&lt;m_bNumberIsYear val=&quot;1&quot;/&gt;&lt;m_chMinusSymbol&gt;-&lt;/m_chMinusSymbol&gt;&lt;m_nDecimalDigits17909 val=&quot;0&quot;/&gt;&lt;m_chDecimalSymbol17909&gt;,&lt;/m_chDecimalSymbol17909&gt;&lt;m_nGroupingDigits17909 val=&quot;3&quot;/&gt;&lt;m_chGroupingSymbol17909&gt; &lt;/m_chGroupingSymbol17909&gt;&lt;m_strSuffix17909&gt;%&lt;/m_strSuffix17909&gt;&lt;m_yearfmt&gt;&lt;begin val=&quot;0&quot;/&gt;&lt;end val=&quot;4&quot;/&gt;&lt;/m_yearfmt&gt;&lt;/m_precDefaultPercent&gt;&lt;m_precDefaultDate&gt;&lt;m_bNumberIsYear val=&quot;0&quot;/&gt;&lt;m_strFormatTime&gt;%d.%m.%Y&lt;/m_strFormatTime&gt;&lt;m_yearfmt&gt;&lt;begin val=&quot;0&quot;/&gt;&lt;end val=&quot;0&quot;/&gt;&lt;/m_yearfmt&gt;&lt;/m_precDefaultDate&gt;&lt;m_precDefaultDay&gt;&lt;m_yearfmt&gt;&lt;begin val=&quot;0&quot;/&gt;&lt;end val=&quot;4&quot;/&gt;&lt;/m_yearfmt&gt;&lt;/m_precDefaultDay&gt;&lt;m_precDefaultWeek&gt;&lt;m_yearfmt&gt;&lt;begin val=&quot;0&quot;/&gt;&lt;end val=&quot;4&quot;/&gt;&lt;/m_yearfmt&gt;&lt;/m_precDefaultWeek&gt;&lt;m_precDefaultMonth&gt;&lt;m_yearfmt&gt;&lt;begin val=&quot;0&quot;/&gt;&lt;end val=&quot;4&quot;/&gt;&lt;/m_yearfmt&gt;&lt;/m_precDefaultMonth&gt;&lt;m_precDefaultQuarter&gt;&lt;m_yearfmt&gt;&lt;begin val=&quot;0&quot;/&gt;&lt;end val=&quot;4&quot;/&gt;&lt;/m_yearfmt&gt;&lt;/m_precDefaultQuarter&gt;&lt;m_precDefaultYear&gt;&lt;m_yearfmt&gt;&lt;begin val=&quot;0&quot;/&gt;&lt;end val=&quot;4&quot;/&gt;&lt;/m_yearfmt&gt;&lt;/m_precDefaultYear&gt;&lt;m_precDefaultFYDay&gt;&lt;m_yearfmt&gt;&lt;begin val=&quot;0&quot;/&gt;&lt;end val=&quot;4&quot;/&gt;&lt;/m_yearfmt&gt;&lt;/m_precDefaultFYDay&gt;&lt;m_precDefaultFYWeek&gt;&lt;m_yearfmt&gt;&lt;begin val=&quot;0&quot;/&gt;&lt;end val=&quot;4&quot;/&gt;&lt;/m_yearfmt&gt;&lt;/m_precDefaultFYWeek&gt;&lt;m_precDefaultFYMonth&gt;&lt;m_yearfmt&gt;&lt;begin val=&quot;0&quot;/&gt;&lt;end val=&quot;4&quot;/&gt;&lt;/m_yearfmt&gt;&lt;/m_precDefaultFYMonth&gt;&lt;m_precDefaultFYQuarter&gt;&lt;m_yearfmt&gt;&lt;begin val=&quot;0&quot;/&gt;&lt;end val=&quot;4&quot;/&gt;&lt;/m_yearfmt&gt;&lt;/m_precDefaultFYQuarter&gt;&lt;m_precDefaultFYYear&gt;&lt;m_yearfmt&gt;&lt;begin val=&quot;0&quot;/&gt;&lt;end val=&quot;4&quot;/&gt;&lt;/m_yearfmt&gt;&lt;/m_precDefaultFYYear&gt;&lt;m_mruColor&gt;&lt;m_vecMRU length=&quot;8&quot;&gt;&lt;elem m_fUsage=&quot;1.54688769900000022695E+00&quot;&gt;&lt;m_msothmcolidx val=&quot;0&quot;/&gt;&lt;m_rgb r=&quot;6E&quot; g=&quot;E6&quot; b=&quot;E3&quot;/&gt;&lt;/elem&gt;&lt;elem m_fUsage=&quot;1.53144100000000005224E+00&quot;&gt;&lt;m_msothmcolidx val=&quot;0&quot;/&gt;&lt;m_rgb r=&quot;C0&quot; g=&quot;BF&quot; b=&quot;C2&quot;/&gt;&lt;/elem&gt;&lt;elem m_fUsage=&quot;1.37829690000000004702E+00&quot;&gt;&lt;m_msothmcolidx val=&quot;0&quot;/&gt;&lt;m_rgb r=&quot;66&quot; g=&quot;C7&quot; b=&quot;FF&quot;/&gt;&lt;/elem&gt;&lt;elem m_fUsage=&quot;1.00477844009999994768E+00&quot;&gt;&lt;m_msothmcolidx val=&quot;0&quot;/&gt;&lt;m_rgb r=&quot;EA&quot; g=&quot;57&quot; b=&quot;9A&quot;/&gt;&lt;/elem&gt;&lt;elem m_fUsage=&quot;9.04300596090000019522E-01&quot;&gt;&lt;m_msothmcolidx val=&quot;0&quot;/&gt;&lt;m_rgb r=&quot;00&quot; g=&quot;AE&quot; b=&quot;AA&quot;/&gt;&lt;/elem&gt;&lt;elem m_fUsage=&quot;8.10000000000000053291E-01&quot;&gt;&lt;m_msothmcolidx val=&quot;0&quot;/&gt;&lt;m_rgb r=&quot;F7&quot; g=&quot;CB&quot; b=&quot;E0&quot;/&gt;&lt;/elem&gt;&lt;elem m_fUsage=&quot;2.82429536481000165171E-01&quot;&gt;&lt;m_msothmcolidx val=&quot;0&quot;/&gt;&lt;m_rgb r=&quot;FB&quot; g=&quot;58&quot; b=&quot;88&quot;/&gt;&lt;/elem&gt;&lt;elem m_fUsage=&quot;2.54186582832900132001E-01&quot;&gt;&lt;m_msothmcolidx val=&quot;0&quot;/&gt;&lt;m_rgb r=&quot;75&quot; g=&quot;D4&quot; b=&quot;94&quot;/&gt;&lt;/elem&gt;&lt;/m_vecMRU&gt;&lt;/m_mruColor&gt;&lt;m_eweekdayFirstOfWeek val=&quot;2&quot;/&gt;&lt;m_eweekdayFirstOfWorkweek val=&quot;2&quot;/&gt;&lt;m_eweekdayFirstOfWeekend val=&quot;7&quot;/&gt;&lt;/CPresentation&gt;&lt;/root&gt;"/>
</p:tagLst>
</file>

<file path=ppt/theme/theme1.xml><?xml version="1.0" encoding="utf-8"?>
<a:theme xmlns:a="http://schemas.openxmlformats.org/drawingml/2006/main" name="Corporate-2022">
  <a:themeElements>
    <a:clrScheme name="DataArt Presentations">
      <a:dk1>
        <a:srgbClr val="333332"/>
      </a:dk1>
      <a:lt1>
        <a:srgbClr val="FFFFFF"/>
      </a:lt1>
      <a:dk2>
        <a:srgbClr val="333332"/>
      </a:dk2>
      <a:lt2>
        <a:srgbClr val="FFDE55"/>
      </a:lt2>
      <a:accent1>
        <a:srgbClr val="53CFF8"/>
      </a:accent1>
      <a:accent2>
        <a:srgbClr val="2BC6BF"/>
      </a:accent2>
      <a:accent3>
        <a:srgbClr val="F0503C"/>
      </a:accent3>
      <a:accent4>
        <a:srgbClr val="70529F"/>
      </a:accent4>
      <a:accent5>
        <a:srgbClr val="FFB133"/>
      </a:accent5>
      <a:accent6>
        <a:srgbClr val="284086"/>
      </a:accent6>
      <a:hlink>
        <a:srgbClr val="53CFF8"/>
      </a:hlink>
      <a:folHlink>
        <a:srgbClr val="70529F"/>
      </a:folHlink>
    </a:clrScheme>
    <a:fontScheme name="Corporate-2021">
      <a:majorFont>
        <a:latin typeface="DA_FuturaPT Light"/>
        <a:ea typeface=""/>
        <a:cs typeface=""/>
      </a:majorFont>
      <a:minorFont>
        <a:latin typeface="DA_FuturaPT Boo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a:noFill/>
        </a:ln>
      </a:spPr>
      <a:bodyPr lIns="288000" tIns="288000" rIns="216000" bIns="288000" rtlCol="0" anchor="ctr"/>
      <a:lstStyle>
        <a:defPPr algn="l">
          <a:spcAft>
            <a:spcPts val="0"/>
          </a:spcAft>
          <a:defRPr sz="2400"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noAutofit/>
      </a:bodyPr>
      <a:lstStyle>
        <a:defPPr algn="l">
          <a:spcAft>
            <a:spcPts val="1200"/>
          </a:spcAft>
          <a:defRPr sz="2400" dirty="0" smtClean="0"/>
        </a:defPPr>
      </a:lstStyle>
    </a:txDef>
  </a:objectDefaults>
  <a:extraClrSchemeLst/>
  <a:extLst>
    <a:ext uri="{05A4C25C-085E-4340-85A3-A5531E510DB2}">
      <thm15:themeFamily xmlns:thm15="http://schemas.microsoft.com/office/thememl/2012/main" name="Template futura_updated" id="{8D1B57A3-C1FD-544C-9FDC-1AF023D039E4}" vid="{E9CF16DA-DE47-3946-8885-9F3146B22AB5}"/>
    </a:ext>
  </a:extLst>
</a:theme>
</file>

<file path=ppt/theme/theme2.xml><?xml version="1.0" encoding="utf-8"?>
<a:theme xmlns:a="http://schemas.openxmlformats.org/drawingml/2006/main" name="Тема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Документ" ma:contentTypeID="0x0101004C53B6EC75545445A23B6CAF1AE71915" ma:contentTypeVersion="14" ma:contentTypeDescription="Создание документа." ma:contentTypeScope="" ma:versionID="e634fad02f95a413cda2dd8948ac0b56">
  <xsd:schema xmlns:xsd="http://www.w3.org/2001/XMLSchema" xmlns:xs="http://www.w3.org/2001/XMLSchema" xmlns:p="http://schemas.microsoft.com/office/2006/metadata/properties" xmlns:ns2="0e59743f-d6a9-4734-8e8b-91b7328f980d" xmlns:ns3="17b44ce8-d3af-4cc2-85db-89385f1ecc30" targetNamespace="http://schemas.microsoft.com/office/2006/metadata/properties" ma:root="true" ma:fieldsID="1ec1dee5b1aa0753e113a2d70166e310" ns2:_="" ns3:_="">
    <xsd:import namespace="0e59743f-d6a9-4734-8e8b-91b7328f980d"/>
    <xsd:import namespace="17b44ce8-d3af-4cc2-85db-89385f1ecc30"/>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GenerationTime" minOccurs="0"/>
                <xsd:element ref="ns2:MediaServiceEventHashCode" minOccurs="0"/>
                <xsd:element ref="ns2:MediaServiceOCR" minOccurs="0"/>
                <xsd:element ref="ns2:MediaServiceDateTaken" minOccurs="0"/>
                <xsd:element ref="ns2:MediaServiceLocation" minOccurs="0"/>
                <xsd:element ref="ns2:MediaServiceAutoKeyPoints" minOccurs="0"/>
                <xsd:element ref="ns2:MediaServiceKeyPoints" minOccurs="0"/>
                <xsd:element ref="ns3:SharedWithUsers" minOccurs="0"/>
                <xsd:element ref="ns3:SharedWithDetails" minOccurs="0"/>
                <xsd:element ref="ns2:MediaLengthInSeconds" minOccurs="0"/>
                <xsd:element ref="ns2:DSGN_x002d_19090_x0418__x043a__x043e__x043d__x043a__x0430__x0434__x043b__x044f__x0417__x0430__x0440__x0430__x0431__x0430__x0442__x044b__x0432__x0430__x0439__x0442__x0435__x0441_Ozon_x0432__x043a__x0430__x0442__x0430__x043b__x043e__x0433__x0435_"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e59743f-d6a9-4734-8e8b-91b7328f980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ServiceLocation" ma:index="15" nillable="true" ma:displayName="Location" ma:internalName="MediaServiceLocation"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true">
      <xsd:simpleType>
        <xsd:restriction base="dms:Note">
          <xsd:maxLength value="255"/>
        </xsd:restriction>
      </xsd:simpleType>
    </xsd:element>
    <xsd:element name="MediaLengthInSeconds" ma:index="20" nillable="true" ma:displayName="Length (seconds)" ma:internalName="MediaLengthInSeconds" ma:readOnly="true">
      <xsd:simpleType>
        <xsd:restriction base="dms:Unknown"/>
      </xsd:simpleType>
    </xsd:element>
    <xsd:element name="DSGN_x002d_19090_x0418__x043a__x043e__x043d__x043a__x0430__x0434__x043b__x044f__x0417__x0430__x0440__x0430__x0431__x0430__x0442__x044b__x0432__x0430__x0439__x0442__x0435__x0441_Ozon_x0432__x043a__x0430__x0442__x0430__x043b__x043e__x0433__x0435_" ma:index="21" nillable="true" ma:displayName="DSGN-19090 Иконка для Зарабатывайте с Ozon в каталоге" ma:format="Dropdown" ma:internalName="DSGN_x002d_19090_x0418__x043a__x043e__x043d__x043a__x0430__x0434__x043b__x044f__x0417__x0430__x0440__x0430__x0431__x0430__x0442__x044b__x0432__x0430__x0439__x0442__x0435__x0441_Ozon_x0432__x043a__x0430__x0442__x0430__x043b__x043e__x0433__x0435_">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7b44ce8-d3af-4cc2-85db-89385f1ecc30" elementFormDefault="qualified">
    <xsd:import namespace="http://schemas.microsoft.com/office/2006/documentManagement/types"/>
    <xsd:import namespace="http://schemas.microsoft.com/office/infopath/2007/PartnerControls"/>
    <xsd:element name="SharedWithUsers" ma:index="18" nillable="true" ma:displayName="Общий доступ с использованием"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9" nillable="true" ma:displayName="Совместно с подробностями"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Тип контента"/>
        <xsd:element ref="dc:title" minOccurs="0" maxOccurs="1" ma:index="4" ma:displayName="Название"/>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DSGN_x002d_19090_x0418__x043a__x043e__x043d__x043a__x0430__x0434__x043b__x044f__x0417__x0430__x0440__x0430__x0431__x0430__x0442__x044b__x0432__x0430__x0439__x0442__x0435__x0441_Ozon_x0432__x043a__x0430__x0442__x0430__x043b__x043e__x0433__x0435_ xmlns="0e59743f-d6a9-4734-8e8b-91b7328f980d" xsi:nil="true"/>
  </documentManagement>
</p:properties>
</file>

<file path=customXml/itemProps1.xml><?xml version="1.0" encoding="utf-8"?>
<ds:datastoreItem xmlns:ds="http://schemas.openxmlformats.org/officeDocument/2006/customXml" ds:itemID="{BF72DD95-5EE4-4211-9122-2A9AB6CB6B8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e59743f-d6a9-4734-8e8b-91b7328f980d"/>
    <ds:schemaRef ds:uri="17b44ce8-d3af-4cc2-85db-89385f1ecc3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BFA1D67-D5D5-4B5F-AA3B-489EC90F50FC}">
  <ds:schemaRefs>
    <ds:schemaRef ds:uri="http://schemas.microsoft.com/sharepoint/v3/contenttype/forms"/>
  </ds:schemaRefs>
</ds:datastoreItem>
</file>

<file path=customXml/itemProps3.xml><?xml version="1.0" encoding="utf-8"?>
<ds:datastoreItem xmlns:ds="http://schemas.openxmlformats.org/officeDocument/2006/customXml" ds:itemID="{250A2251-5D7E-48BD-811C-1895383C38B9}">
  <ds:schemaRefs>
    <ds:schemaRef ds:uri="http://schemas.microsoft.com/office/2006/documentManagement/types"/>
    <ds:schemaRef ds:uri="0e59743f-d6a9-4734-8e8b-91b7328f980d"/>
    <ds:schemaRef ds:uri="17b44ce8-d3af-4cc2-85db-89385f1ecc30"/>
    <ds:schemaRef ds:uri="http://schemas.microsoft.com/office/infopath/2007/PartnerControls"/>
    <ds:schemaRef ds:uri="http://schemas.openxmlformats.org/package/2006/metadata/core-properties"/>
    <ds:schemaRef ds:uri="http://purl.org/dc/terms/"/>
    <ds:schemaRef ds:uri="http://purl.org/dc/elements/1.1/"/>
    <ds:schemaRef ds:uri="http://schemas.microsoft.com/office/2006/metadata/properties"/>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DataArt-PowerPoint-Template-Futura-2023</Template>
  <TotalTime>3024</TotalTime>
  <Words>2566</Words>
  <Application>Microsoft Office PowerPoint</Application>
  <PresentationFormat>Custom</PresentationFormat>
  <Paragraphs>315</Paragraphs>
  <Slides>32</Slides>
  <Notes>9</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32</vt:i4>
      </vt:variant>
    </vt:vector>
  </HeadingPairs>
  <TitlesOfParts>
    <vt:vector size="42" baseType="lpstr">
      <vt:lpstr>-apple-system</vt:lpstr>
      <vt:lpstr>Arial</vt:lpstr>
      <vt:lpstr>Calibri</vt:lpstr>
      <vt:lpstr>DA_FuturaPT Book</vt:lpstr>
      <vt:lpstr>DA_FuturaPT Demi</vt:lpstr>
      <vt:lpstr>DA_FuturaPT Light</vt:lpstr>
      <vt:lpstr>DA_FuturaPT Medium</vt:lpstr>
      <vt:lpstr>Segoe UI</vt:lpstr>
      <vt:lpstr>source-code-pro</vt:lpstr>
      <vt:lpstr>Corporate-2022</vt:lpstr>
      <vt:lpstr>PowerPoint Presentation</vt:lpstr>
      <vt:lpstr>PowerPoint Presentation</vt:lpstr>
      <vt:lpstr>AI-Friendly Calendar!</vt:lpstr>
      <vt:lpstr>.NET 10</vt:lpstr>
      <vt:lpstr>.NET 10 – file base app</vt:lpstr>
      <vt:lpstr>C# 14</vt:lpstr>
      <vt:lpstr>C# 14 – Extension members</vt:lpstr>
      <vt:lpstr>C# 14 – Extension members</vt:lpstr>
      <vt:lpstr>C# 14 – Extension members</vt:lpstr>
      <vt:lpstr>C# 14 – Null-conditional assignment </vt:lpstr>
      <vt:lpstr>C# 14 – nameof supports unbound generic types</vt:lpstr>
      <vt:lpstr>C# 14 – Simple lambda parameters with modifiers</vt:lpstr>
      <vt:lpstr>C# 14 – the field keyword</vt:lpstr>
      <vt:lpstr>C# 14 – More partial members</vt:lpstr>
      <vt:lpstr>ASP.NET CORE</vt:lpstr>
      <vt:lpstr>EFCORE</vt:lpstr>
      <vt:lpstr>Templates</vt:lpstr>
      <vt:lpstr>Overview of ASPIRE</vt:lpstr>
      <vt:lpstr>Overview of ASPIRE</vt:lpstr>
      <vt:lpstr>Visual Studio 2026</vt:lpstr>
      <vt:lpstr>Visual Studio 2026 – GitHub Copilot Improvements</vt:lpstr>
      <vt:lpstr>Visual Studio 2026 – Debugging &amp; Diagnostics</vt:lpstr>
      <vt:lpstr>Visual Studio 2026 – IDE &amp; UI</vt:lpstr>
      <vt:lpstr>PowerPoint Presentation</vt:lpstr>
      <vt:lpstr>PowerPoint Presentation</vt:lpstr>
      <vt:lpstr>AI Profiler</vt:lpstr>
      <vt:lpstr>Artificial Intelligence and .NET</vt:lpstr>
      <vt:lpstr>Artificial Intelligence and .NET</vt:lpstr>
      <vt:lpstr>MCP, AI, .NET</vt:lpstr>
      <vt:lpstr>SignalR</vt:lpstr>
      <vt:lpstr>.NET MAUI 10</vt:lpstr>
      <vt:lpstr>Links and Samples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Ростислав Ярославович Скрипник</dc:creator>
  <cp:lastModifiedBy>Антонюк Владислав Андрійович</cp:lastModifiedBy>
  <cp:revision>69</cp:revision>
  <dcterms:created xsi:type="dcterms:W3CDTF">2025-06-11T08:20:04Z</dcterms:created>
  <dcterms:modified xsi:type="dcterms:W3CDTF">2025-11-01T15:53:11Z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0x0101004C53B6EC75545445A23B6CAF1AE71915</vt:lpwstr>
  </property>
</Properties>
</file>