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71" r:id="rId4"/>
  </p:sldMasterIdLst>
  <p:notesMasterIdLst>
    <p:notesMasterId r:id="rId28"/>
  </p:notesMasterIdLst>
  <p:handoutMasterIdLst>
    <p:handoutMasterId r:id="rId29"/>
  </p:handoutMasterIdLst>
  <p:sldIdLst>
    <p:sldId id="5308" r:id="rId5"/>
    <p:sldId id="2076138272" r:id="rId6"/>
    <p:sldId id="2076138236" r:id="rId7"/>
    <p:sldId id="2076138250" r:id="rId8"/>
    <p:sldId id="2076138275" r:id="rId9"/>
    <p:sldId id="2076138276" r:id="rId10"/>
    <p:sldId id="2076138277" r:id="rId11"/>
    <p:sldId id="2076138278" r:id="rId12"/>
    <p:sldId id="2076138279" r:id="rId13"/>
    <p:sldId id="2076138280" r:id="rId14"/>
    <p:sldId id="2076138281" r:id="rId15"/>
    <p:sldId id="2076138282" r:id="rId16"/>
    <p:sldId id="2076138249" r:id="rId17"/>
    <p:sldId id="2076138259" r:id="rId18"/>
    <p:sldId id="2076138260" r:id="rId19"/>
    <p:sldId id="2076138261" r:id="rId20"/>
    <p:sldId id="2076138283" r:id="rId21"/>
    <p:sldId id="2076138273" r:id="rId22"/>
    <p:sldId id="2076138263" r:id="rId23"/>
    <p:sldId id="2076138264" r:id="rId24"/>
    <p:sldId id="2076138269" r:id="rId25"/>
    <p:sldId id="2076138274" r:id="rId26"/>
    <p:sldId id="2076138267" r:id="rId27"/>
  </p:sldIdLst>
  <p:sldSz cx="18288000" cy="10288588"/>
  <p:notesSz cx="6858000" cy="9144000"/>
  <p:custDataLst>
    <p:tags r:id="rId30"/>
  </p:custDataLst>
  <p:defaultTextStyle>
    <a:defPPr>
      <a:defRPr lang="ru-RU"/>
    </a:defPPr>
    <a:lvl1pPr marL="0" algn="l" defTabSz="1371662" rtl="0" eaLnBrk="1" latinLnBrk="0" hangingPunct="1">
      <a:defRPr sz="2701" kern="1200">
        <a:solidFill>
          <a:schemeClr val="tx1"/>
        </a:solidFill>
        <a:latin typeface="+mn-lt"/>
        <a:ea typeface="+mn-ea"/>
        <a:cs typeface="+mn-cs"/>
      </a:defRPr>
    </a:lvl1pPr>
    <a:lvl2pPr marL="685831" algn="l" defTabSz="1371662" rtl="0" eaLnBrk="1" latinLnBrk="0" hangingPunct="1">
      <a:defRPr sz="2701" kern="1200">
        <a:solidFill>
          <a:schemeClr val="tx1"/>
        </a:solidFill>
        <a:latin typeface="+mn-lt"/>
        <a:ea typeface="+mn-ea"/>
        <a:cs typeface="+mn-cs"/>
      </a:defRPr>
    </a:lvl2pPr>
    <a:lvl3pPr marL="1371662" algn="l" defTabSz="1371662" rtl="0" eaLnBrk="1" latinLnBrk="0" hangingPunct="1">
      <a:defRPr sz="2701" kern="1200">
        <a:solidFill>
          <a:schemeClr val="tx1"/>
        </a:solidFill>
        <a:latin typeface="+mn-lt"/>
        <a:ea typeface="+mn-ea"/>
        <a:cs typeface="+mn-cs"/>
      </a:defRPr>
    </a:lvl3pPr>
    <a:lvl4pPr marL="2057493" algn="l" defTabSz="1371662" rtl="0" eaLnBrk="1" latinLnBrk="0" hangingPunct="1">
      <a:defRPr sz="2701" kern="1200">
        <a:solidFill>
          <a:schemeClr val="tx1"/>
        </a:solidFill>
        <a:latin typeface="+mn-lt"/>
        <a:ea typeface="+mn-ea"/>
        <a:cs typeface="+mn-cs"/>
      </a:defRPr>
    </a:lvl4pPr>
    <a:lvl5pPr marL="2743324" algn="l" defTabSz="1371662" rtl="0" eaLnBrk="1" latinLnBrk="0" hangingPunct="1">
      <a:defRPr sz="2701" kern="1200">
        <a:solidFill>
          <a:schemeClr val="tx1"/>
        </a:solidFill>
        <a:latin typeface="+mn-lt"/>
        <a:ea typeface="+mn-ea"/>
        <a:cs typeface="+mn-cs"/>
      </a:defRPr>
    </a:lvl5pPr>
    <a:lvl6pPr marL="3429155" algn="l" defTabSz="1371662" rtl="0" eaLnBrk="1" latinLnBrk="0" hangingPunct="1">
      <a:defRPr sz="2701" kern="1200">
        <a:solidFill>
          <a:schemeClr val="tx1"/>
        </a:solidFill>
        <a:latin typeface="+mn-lt"/>
        <a:ea typeface="+mn-ea"/>
        <a:cs typeface="+mn-cs"/>
      </a:defRPr>
    </a:lvl6pPr>
    <a:lvl7pPr marL="4114986" algn="l" defTabSz="1371662" rtl="0" eaLnBrk="1" latinLnBrk="0" hangingPunct="1">
      <a:defRPr sz="2701" kern="1200">
        <a:solidFill>
          <a:schemeClr val="tx1"/>
        </a:solidFill>
        <a:latin typeface="+mn-lt"/>
        <a:ea typeface="+mn-ea"/>
        <a:cs typeface="+mn-cs"/>
      </a:defRPr>
    </a:lvl7pPr>
    <a:lvl8pPr marL="4800817" algn="l" defTabSz="1371662" rtl="0" eaLnBrk="1" latinLnBrk="0" hangingPunct="1">
      <a:defRPr sz="2701" kern="1200">
        <a:solidFill>
          <a:schemeClr val="tx1"/>
        </a:solidFill>
        <a:latin typeface="+mn-lt"/>
        <a:ea typeface="+mn-ea"/>
        <a:cs typeface="+mn-cs"/>
      </a:defRPr>
    </a:lvl8pPr>
    <a:lvl9pPr marL="5486648" algn="l" defTabSz="1371662" rtl="0" eaLnBrk="1" latinLnBrk="0" hangingPunct="1">
      <a:defRPr sz="2701"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userDrawn="1">
          <p15:clr>
            <a:srgbClr val="A4A3A4"/>
          </p15:clr>
        </p15:guide>
        <p15:guide id="6" pos="5736" userDrawn="1">
          <p15:clr>
            <a:srgbClr val="A4A3A4"/>
          </p15:clr>
        </p15:guide>
        <p15:guide id="7" orient="horz" pos="4633"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2E9C2A-70AF-2BB6-560A-C7C8DD90BD66}" name="Dinara Zhurgunova" initials="DZ" userId="S::dinara.zhurgunova@dataart.com::64c455c2-071d-44d4-a431-183a980f5fa8" providerId="AD"/>
  <p188:author id="{3C717A6C-5750-509B-79C4-7765774805B5}" name="Gareth Tedford" initials="GT" userId="S::gareth.tedford@dataart.com::3806e0ca-65db-4238-ba8c-88f2765f9c2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vetlana Komarova" initials="SK" lastIdx="34" clrIdx="0"/>
  <p:cmAuthor id="2" name="Luba Kabrits" initials="LK" lastIdx="9" clrIdx="1">
    <p:extLst>
      <p:ext uri="{19B8F6BF-5375-455C-9EA6-DF929625EA0E}">
        <p15:presenceInfo xmlns:p15="http://schemas.microsoft.com/office/powerpoint/2012/main" userId="S-1-5-21-1227322100-1798780813-526660263-1102" providerId="AD"/>
      </p:ext>
    </p:extLst>
  </p:cmAuthor>
  <p:cmAuthor id="3" name="Simon" initials="L" lastIdx="24" clrIdx="2">
    <p:extLst>
      <p:ext uri="{19B8F6BF-5375-455C-9EA6-DF929625EA0E}">
        <p15:presenceInfo xmlns:p15="http://schemas.microsoft.com/office/powerpoint/2012/main" userId="Sim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4FF"/>
    <a:srgbClr val="ECF6FF"/>
    <a:srgbClr val="5834AD"/>
    <a:srgbClr val="028866"/>
    <a:srgbClr val="239CC4"/>
    <a:srgbClr val="0CCCCC"/>
    <a:srgbClr val="EDEBED"/>
    <a:srgbClr val="FFDE55"/>
    <a:srgbClr val="B0E6E5"/>
    <a:srgbClr val="B0E5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62" autoAdjust="0"/>
    <p:restoredTop sz="89438" autoAdjust="0"/>
  </p:normalViewPr>
  <p:slideViewPr>
    <p:cSldViewPr snapToGrid="0" snapToObjects="1" showGuides="1">
      <p:cViewPr varScale="1">
        <p:scale>
          <a:sx n="109" d="100"/>
          <a:sy n="109" d="100"/>
        </p:scale>
        <p:origin x="322" y="106"/>
      </p:cViewPr>
      <p:guideLst>
        <p:guide orient="horz"/>
        <p:guide pos="5736"/>
        <p:guide orient="horz" pos="4633"/>
      </p:guideLst>
    </p:cSldViewPr>
  </p:slideViewPr>
  <p:outlineViewPr>
    <p:cViewPr>
      <p:scale>
        <a:sx n="33" d="100"/>
        <a:sy n="33" d="100"/>
      </p:scale>
      <p:origin x="0" y="-12520"/>
    </p:cViewPr>
  </p:outlineViewPr>
  <p:notesTextViewPr>
    <p:cViewPr>
      <p:scale>
        <a:sx n="1" d="1"/>
        <a:sy n="1" d="1"/>
      </p:scale>
      <p:origin x="0" y="0"/>
    </p:cViewPr>
  </p:notesTextViewPr>
  <p:sorterViewPr>
    <p:cViewPr>
      <p:scale>
        <a:sx n="30" d="100"/>
        <a:sy n="30" d="100"/>
      </p:scale>
      <p:origin x="0" y="0"/>
    </p:cViewPr>
  </p:sorterViewPr>
  <p:notesViewPr>
    <p:cSldViewPr snapToGrid="0" snapToObjects="1" showGuides="1">
      <p:cViewPr varScale="1">
        <p:scale>
          <a:sx n="72" d="100"/>
          <a:sy n="72" d="100"/>
        </p:scale>
        <p:origin x="3024"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36"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tags" Target="tags/tag1.xml"/><Relationship Id="rId35" Type="http://schemas.openxmlformats.org/officeDocument/2006/relationships/tableStyles" Target="tableStyle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CA9AEF9C-9EAA-43ED-AB0C-F5D65E5451DE}"/>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115968ED-7729-4DFF-B474-AE62CFCD2600}"/>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70782D12-8E76-4BF7-B04D-25028A212136}" type="datetimeFigureOut">
              <a:rPr lang="ru-RU" smtClean="0"/>
              <a:t>28.10.2025</a:t>
            </a:fld>
            <a:endParaRPr lang="ru-RU"/>
          </a:p>
        </p:txBody>
      </p:sp>
      <p:sp>
        <p:nvSpPr>
          <p:cNvPr id="4" name="Нижний колонтитул 3">
            <a:extLst>
              <a:ext uri="{FF2B5EF4-FFF2-40B4-BE49-F238E27FC236}">
                <a16:creationId xmlns:a16="http://schemas.microsoft.com/office/drawing/2014/main" id="{A1C6160A-5D9D-4669-AB8F-E0701BFB5D3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9D3E5B9B-FFD7-456A-B820-8AB841C7B4F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FEC947-5780-466A-9FE8-509B7E7AD1E1}" type="slidenum">
              <a:rPr lang="ru-RU" smtClean="0"/>
              <a:t>‹#›</a:t>
            </a:fld>
            <a:endParaRPr lang="ru-RU"/>
          </a:p>
        </p:txBody>
      </p:sp>
    </p:spTree>
    <p:extLst>
      <p:ext uri="{BB962C8B-B14F-4D97-AF65-F5344CB8AC3E}">
        <p14:creationId xmlns:p14="http://schemas.microsoft.com/office/powerpoint/2010/main" val="1393146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8E4AAA6-B921-3542-8173-0DD764489E8A}" type="datetimeFigureOut">
              <a:rPr lang="ru-RU" smtClean="0"/>
              <a:t>28.10.2025</a:t>
            </a:fld>
            <a:endParaRPr lang="ru-RU"/>
          </a:p>
        </p:txBody>
      </p:sp>
      <p:sp>
        <p:nvSpPr>
          <p:cNvPr id="4" name="Образ слайда 3"/>
          <p:cNvSpPr>
            <a:spLocks noGrp="1" noRot="1" noChangeAspect="1"/>
          </p:cNvSpPr>
          <p:nvPr>
            <p:ph type="sldImg" idx="2"/>
          </p:nvPr>
        </p:nvSpPr>
        <p:spPr>
          <a:xfrm>
            <a:off x="687388" y="1143000"/>
            <a:ext cx="548322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2DAF58-8BBF-5942-9EE2-B93E2FFABF91}" type="slidenum">
              <a:rPr lang="ru-RU" smtClean="0"/>
              <a:t>‹#›</a:t>
            </a:fld>
            <a:endParaRPr lang="ru-RU"/>
          </a:p>
        </p:txBody>
      </p:sp>
    </p:spTree>
    <p:extLst>
      <p:ext uri="{BB962C8B-B14F-4D97-AF65-F5344CB8AC3E}">
        <p14:creationId xmlns:p14="http://schemas.microsoft.com/office/powerpoint/2010/main" val="1760099444"/>
      </p:ext>
    </p:extLst>
  </p:cSld>
  <p:clrMap bg1="lt1" tx1="dk1" bg2="lt2" tx2="dk2" accent1="accent1" accent2="accent2" accent3="accent3" accent4="accent4" accent5="accent5" accent6="accent6" hlink="hlink" folHlink="folHlink"/>
  <p:notesStyle>
    <a:lvl1pPr marL="0" algn="l" defTabSz="1371662" rtl="0" eaLnBrk="1" latinLnBrk="0" hangingPunct="1">
      <a:defRPr sz="1800" kern="1200">
        <a:solidFill>
          <a:schemeClr val="tx1"/>
        </a:solidFill>
        <a:latin typeface="+mn-lt"/>
        <a:ea typeface="+mn-ea"/>
        <a:cs typeface="+mn-cs"/>
      </a:defRPr>
    </a:lvl1pPr>
    <a:lvl2pPr marL="685831" algn="l" defTabSz="1371662" rtl="0" eaLnBrk="1" latinLnBrk="0" hangingPunct="1">
      <a:defRPr sz="1800" kern="1200">
        <a:solidFill>
          <a:schemeClr val="tx1"/>
        </a:solidFill>
        <a:latin typeface="+mn-lt"/>
        <a:ea typeface="+mn-ea"/>
        <a:cs typeface="+mn-cs"/>
      </a:defRPr>
    </a:lvl2pPr>
    <a:lvl3pPr marL="1371662" algn="l" defTabSz="1371662" rtl="0" eaLnBrk="1" latinLnBrk="0" hangingPunct="1">
      <a:defRPr sz="1800" kern="1200">
        <a:solidFill>
          <a:schemeClr val="tx1"/>
        </a:solidFill>
        <a:latin typeface="+mn-lt"/>
        <a:ea typeface="+mn-ea"/>
        <a:cs typeface="+mn-cs"/>
      </a:defRPr>
    </a:lvl3pPr>
    <a:lvl4pPr marL="2057493" algn="l" defTabSz="1371662" rtl="0" eaLnBrk="1" latinLnBrk="0" hangingPunct="1">
      <a:defRPr sz="1800" kern="1200">
        <a:solidFill>
          <a:schemeClr val="tx1"/>
        </a:solidFill>
        <a:latin typeface="+mn-lt"/>
        <a:ea typeface="+mn-ea"/>
        <a:cs typeface="+mn-cs"/>
      </a:defRPr>
    </a:lvl4pPr>
    <a:lvl5pPr marL="2743324" algn="l" defTabSz="1371662" rtl="0" eaLnBrk="1" latinLnBrk="0" hangingPunct="1">
      <a:defRPr sz="1800" kern="1200">
        <a:solidFill>
          <a:schemeClr val="tx1"/>
        </a:solidFill>
        <a:latin typeface="+mn-lt"/>
        <a:ea typeface="+mn-ea"/>
        <a:cs typeface="+mn-cs"/>
      </a:defRPr>
    </a:lvl5pPr>
    <a:lvl6pPr marL="3429155" algn="l" defTabSz="1371662" rtl="0" eaLnBrk="1" latinLnBrk="0" hangingPunct="1">
      <a:defRPr sz="1800" kern="1200">
        <a:solidFill>
          <a:schemeClr val="tx1"/>
        </a:solidFill>
        <a:latin typeface="+mn-lt"/>
        <a:ea typeface="+mn-ea"/>
        <a:cs typeface="+mn-cs"/>
      </a:defRPr>
    </a:lvl6pPr>
    <a:lvl7pPr marL="4114986" algn="l" defTabSz="1371662" rtl="0" eaLnBrk="1" latinLnBrk="0" hangingPunct="1">
      <a:defRPr sz="1800" kern="1200">
        <a:solidFill>
          <a:schemeClr val="tx1"/>
        </a:solidFill>
        <a:latin typeface="+mn-lt"/>
        <a:ea typeface="+mn-ea"/>
        <a:cs typeface="+mn-cs"/>
      </a:defRPr>
    </a:lvl7pPr>
    <a:lvl8pPr marL="4800817" algn="l" defTabSz="1371662" rtl="0" eaLnBrk="1" latinLnBrk="0" hangingPunct="1">
      <a:defRPr sz="1800" kern="1200">
        <a:solidFill>
          <a:schemeClr val="tx1"/>
        </a:solidFill>
        <a:latin typeface="+mn-lt"/>
        <a:ea typeface="+mn-ea"/>
        <a:cs typeface="+mn-cs"/>
      </a:defRPr>
    </a:lvl8pPr>
    <a:lvl9pPr marL="5486648" algn="l" defTabSz="1371662"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err="1">
                <a:solidFill>
                  <a:srgbClr val="C9D1D9"/>
                </a:solidFill>
                <a:effectLst/>
                <a:latin typeface="-apple-system"/>
              </a:rPr>
              <a:t>AICalendar</a:t>
            </a:r>
            <a:r>
              <a:rPr lang="en-US" b="0" i="0" dirty="0">
                <a:solidFill>
                  <a:srgbClr val="C9D1D9"/>
                </a:solidFill>
                <a:effectLst/>
                <a:latin typeface="-apple-system"/>
              </a:rPr>
              <a:t> is a cross-platform AI-powered calendar application built with .NET MAUI and </a:t>
            </a:r>
            <a:r>
              <a:rPr lang="en-US" b="0" i="0" dirty="0" err="1">
                <a:solidFill>
                  <a:srgbClr val="C9D1D9"/>
                </a:solidFill>
                <a:effectLst/>
                <a:latin typeface="-apple-system"/>
              </a:rPr>
              <a:t>Blazor</a:t>
            </a:r>
            <a:r>
              <a:rPr lang="en-US" b="0" i="0" dirty="0">
                <a:solidFill>
                  <a:srgbClr val="C9D1D9"/>
                </a:solidFill>
                <a:effectLst/>
                <a:latin typeface="-apple-system"/>
              </a:rPr>
              <a:t>. It helps users efficiently manage their schedules, appointments, and events with intelligent features and a modern user experience.</a:t>
            </a:r>
          </a:p>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3</a:t>
            </a:fld>
            <a:endParaRPr lang="ru-RU"/>
          </a:p>
        </p:txBody>
      </p:sp>
    </p:spTree>
    <p:extLst>
      <p:ext uri="{BB962C8B-B14F-4D97-AF65-F5344CB8AC3E}">
        <p14:creationId xmlns:p14="http://schemas.microsoft.com/office/powerpoint/2010/main" val="28341108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16</a:t>
            </a:fld>
            <a:endParaRPr lang="ru-RU"/>
          </a:p>
        </p:txBody>
      </p:sp>
    </p:spTree>
    <p:extLst>
      <p:ext uri="{BB962C8B-B14F-4D97-AF65-F5344CB8AC3E}">
        <p14:creationId xmlns:p14="http://schemas.microsoft.com/office/powerpoint/2010/main" val="657269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71662" rtl="0" eaLnBrk="1" fontAlgn="auto" latinLnBrk="0" hangingPunct="1">
              <a:lnSpc>
                <a:spcPct val="100000"/>
              </a:lnSpc>
              <a:spcBef>
                <a:spcPts val="0"/>
              </a:spcBef>
              <a:spcAft>
                <a:spcPts val="0"/>
              </a:spcAft>
              <a:buClrTx/>
              <a:buSzTx/>
              <a:buFontTx/>
              <a:buNone/>
              <a:tabLst/>
              <a:defRPr/>
            </a:pPr>
            <a:r>
              <a:rPr lang="en-US" b="1" i="0" dirty="0">
                <a:solidFill>
                  <a:srgbClr val="161616"/>
                </a:solidFill>
                <a:effectLst/>
                <a:latin typeface="Segoe UI" panose="020B0502040204020203" pitchFamily="34" charset="0"/>
              </a:rPr>
              <a:t>MCP C# SDK</a:t>
            </a:r>
          </a:p>
        </p:txBody>
      </p:sp>
      <p:sp>
        <p:nvSpPr>
          <p:cNvPr id="4" name="Slide Number Placeholder 3"/>
          <p:cNvSpPr>
            <a:spLocks noGrp="1"/>
          </p:cNvSpPr>
          <p:nvPr>
            <p:ph type="sldNum" sz="quarter" idx="5"/>
          </p:nvPr>
        </p:nvSpPr>
        <p:spPr/>
        <p:txBody>
          <a:bodyPr/>
          <a:lstStyle/>
          <a:p>
            <a:fld id="{BD2DAF58-8BBF-5942-9EE2-B93E2FFABF91}" type="slidenum">
              <a:rPr lang="ru-RU" smtClean="0"/>
              <a:t>21</a:t>
            </a:fld>
            <a:endParaRPr lang="ru-RU"/>
          </a:p>
        </p:txBody>
      </p:sp>
    </p:spTree>
    <p:extLst>
      <p:ext uri="{BB962C8B-B14F-4D97-AF65-F5344CB8AC3E}">
        <p14:creationId xmlns:p14="http://schemas.microsoft.com/office/powerpoint/2010/main" val="2963201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A Logo">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8FD265-FB7F-F107-AFCC-16931300530A}"/>
              </a:ext>
            </a:extLst>
          </p:cNvPr>
          <p:cNvPicPr>
            <a:picLocks noChangeAspect="1"/>
          </p:cNvPicPr>
          <p:nvPr userDrawn="1"/>
        </p:nvPicPr>
        <p:blipFill>
          <a:blip r:embed="rId2"/>
          <a:stretch>
            <a:fillRect/>
          </a:stretch>
        </p:blipFill>
        <p:spPr>
          <a:xfrm>
            <a:off x="4452600" y="4311369"/>
            <a:ext cx="9335118" cy="1497142"/>
          </a:xfrm>
          <a:prstGeom prst="rect">
            <a:avLst/>
          </a:prstGeom>
        </p:spPr>
      </p:pic>
    </p:spTree>
    <p:extLst>
      <p:ext uri="{BB962C8B-B14F-4D97-AF65-F5344CB8AC3E}">
        <p14:creationId xmlns:p14="http://schemas.microsoft.com/office/powerpoint/2010/main" val="28542050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1 Line">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69245"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35520" y="3019926"/>
            <a:ext cx="3912791" cy="627523"/>
          </a:xfrm>
          <a:prstGeom prst="rect">
            <a:avLst/>
          </a:prstGeom>
        </p:spPr>
      </p:pic>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8058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1 Line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Picture Placeholder 7">
            <a:extLst>
              <a:ext uri="{FF2B5EF4-FFF2-40B4-BE49-F238E27FC236}">
                <a16:creationId xmlns:a16="http://schemas.microsoft.com/office/drawing/2014/main" id="{15D315A8-3BCE-EA96-6941-B46511A11031}"/>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25402238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Yellow Title Slide 1 Line">
    <p:bg>
      <p:bgPr>
        <a:solidFill>
          <a:schemeClr val="accent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7">
            <a:extLst>
              <a:ext uri="{FF2B5EF4-FFF2-40B4-BE49-F238E27FC236}">
                <a16:creationId xmlns:a16="http://schemas.microsoft.com/office/drawing/2014/main" id="{3831627D-EAE2-257F-F82B-EBA99F418E9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235309" y="3015033"/>
            <a:ext cx="3906000" cy="626400"/>
          </a:xfrm>
          <a:prstGeom prst="rect">
            <a:avLst/>
          </a:prstGeom>
        </p:spPr>
      </p:pic>
    </p:spTree>
    <p:extLst>
      <p:ext uri="{BB962C8B-B14F-4D97-AF65-F5344CB8AC3E}">
        <p14:creationId xmlns:p14="http://schemas.microsoft.com/office/powerpoint/2010/main" val="2958325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Yellow Title Slide 2 Lines">
    <p:bg>
      <p:bgPr>
        <a:solidFill>
          <a:schemeClr val="accent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4" name="Graphic 7">
            <a:extLst>
              <a:ext uri="{FF2B5EF4-FFF2-40B4-BE49-F238E27FC236}">
                <a16:creationId xmlns:a16="http://schemas.microsoft.com/office/drawing/2014/main" id="{3831627D-EAE2-257F-F82B-EBA99F418E9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235309" y="3015033"/>
            <a:ext cx="3906000" cy="626400"/>
          </a:xfrm>
          <a:prstGeom prst="rect">
            <a:avLst/>
          </a:prstGeom>
        </p:spPr>
      </p:pic>
      <p:cxnSp>
        <p:nvCxnSpPr>
          <p:cNvPr id="2" name="Straight Connector 1">
            <a:extLst>
              <a:ext uri="{FF2B5EF4-FFF2-40B4-BE49-F238E27FC236}">
                <a16:creationId xmlns:a16="http://schemas.microsoft.com/office/drawing/2014/main" id="{641DD1ED-9A35-FC84-372E-4B36D272331E}"/>
              </a:ext>
            </a:extLst>
          </p:cNvPr>
          <p:cNvCxnSpPr>
            <a:cxnSpLocks/>
          </p:cNvCxnSpPr>
          <p:nvPr userDrawn="1"/>
        </p:nvCxnSpPr>
        <p:spPr>
          <a:xfrm>
            <a:off x="4081463" y="5860540"/>
            <a:ext cx="1312862"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04372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2 Lines">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93847"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4"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617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Lines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410938"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F3BB2DD8-A1A3-5E32-B88E-F9779FDE689E}"/>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3931775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2 Lines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F3BB2DD8-A1A3-5E32-B88E-F9779FDE689E}"/>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4131633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eader 1 Line Content 1 Row">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8590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eader 1 Line 1 Row + 2nd logo">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1" y="1080001"/>
            <a:ext cx="10879000"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Picture Placeholder 7">
            <a:extLst>
              <a:ext uri="{FF2B5EF4-FFF2-40B4-BE49-F238E27FC236}">
                <a16:creationId xmlns:a16="http://schemas.microsoft.com/office/drawing/2014/main" id="{A585CB97-F77F-0D1C-FCAA-9E51213DC894}"/>
              </a:ext>
            </a:extLst>
          </p:cNvPr>
          <p:cNvSpPr>
            <a:spLocks noGrp="1"/>
          </p:cNvSpPr>
          <p:nvPr>
            <p:ph type="pic" sz="quarter" idx="11" hasCustomPrompt="1"/>
          </p:nvPr>
        </p:nvSpPr>
        <p:spPr>
          <a:xfrm>
            <a:off x="12666620" y="1080002"/>
            <a:ext cx="1681162" cy="565905"/>
          </a:xfrm>
        </p:spPr>
        <p:txBody>
          <a:bodyPr anchor="ctr"/>
          <a:lstStyle>
            <a:lvl1pPr algn="ctr">
              <a:defRPr sz="1800"/>
            </a:lvl1pPr>
          </a:lstStyle>
          <a:p>
            <a:r>
              <a:rPr lang="en-IL" dirty="0"/>
              <a:t>logo</a:t>
            </a:r>
          </a:p>
        </p:txBody>
      </p:sp>
    </p:spTree>
    <p:extLst>
      <p:ext uri="{BB962C8B-B14F-4D97-AF65-F5344CB8AC3E}">
        <p14:creationId xmlns:p14="http://schemas.microsoft.com/office/powerpoint/2010/main" val="3373077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eader 1 Line  + 2nd logo below">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1" y="1080001"/>
            <a:ext cx="10879000"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Picture Placeholder 7">
            <a:extLst>
              <a:ext uri="{FF2B5EF4-FFF2-40B4-BE49-F238E27FC236}">
                <a16:creationId xmlns:a16="http://schemas.microsoft.com/office/drawing/2014/main" id="{A585CB97-F77F-0D1C-FCAA-9E51213DC894}"/>
              </a:ext>
            </a:extLst>
          </p:cNvPr>
          <p:cNvSpPr>
            <a:spLocks noGrp="1"/>
          </p:cNvSpPr>
          <p:nvPr>
            <p:ph type="pic" sz="quarter" idx="11" hasCustomPrompt="1"/>
          </p:nvPr>
        </p:nvSpPr>
        <p:spPr>
          <a:xfrm>
            <a:off x="14692139" y="2098981"/>
            <a:ext cx="2155998" cy="565905"/>
          </a:xfrm>
        </p:spPr>
        <p:txBody>
          <a:bodyPr anchor="ctr"/>
          <a:lstStyle>
            <a:lvl1pPr algn="ctr">
              <a:defRPr sz="1800"/>
            </a:lvl1pPr>
          </a:lstStyle>
          <a:p>
            <a:r>
              <a:rPr lang="en-IL" dirty="0"/>
              <a:t>logo</a:t>
            </a:r>
          </a:p>
        </p:txBody>
      </p:sp>
    </p:spTree>
    <p:extLst>
      <p:ext uri="{BB962C8B-B14F-4D97-AF65-F5344CB8AC3E}">
        <p14:creationId xmlns:p14="http://schemas.microsoft.com/office/powerpoint/2010/main" val="11253288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er 1 Line Content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749458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9353551" y="2660650"/>
            <a:ext cx="749458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Tree>
    <p:extLst>
      <p:ext uri="{BB962C8B-B14F-4D97-AF65-F5344CB8AC3E}">
        <p14:creationId xmlns:p14="http://schemas.microsoft.com/office/powerpoint/2010/main" val="26508129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1 Line Content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6713539" y="2660650"/>
            <a:ext cx="4857750"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Content Placeholder 7">
            <a:extLst>
              <a:ext uri="{FF2B5EF4-FFF2-40B4-BE49-F238E27FC236}">
                <a16:creationId xmlns:a16="http://schemas.microsoft.com/office/drawing/2014/main" id="{48FEE6BE-87AA-59D8-25CC-C1658A1D00A9}"/>
              </a:ext>
            </a:extLst>
          </p:cNvPr>
          <p:cNvSpPr>
            <a:spLocks noGrp="1"/>
          </p:cNvSpPr>
          <p:nvPr>
            <p:ph sz="quarter" idx="12"/>
          </p:nvPr>
        </p:nvSpPr>
        <p:spPr>
          <a:xfrm>
            <a:off x="11990388" y="2660650"/>
            <a:ext cx="4857750"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27974134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bbrand  1 Line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6713538"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8" name="Content Placeholder 7">
            <a:extLst>
              <a:ext uri="{FF2B5EF4-FFF2-40B4-BE49-F238E27FC236}">
                <a16:creationId xmlns:a16="http://schemas.microsoft.com/office/drawing/2014/main" id="{48FEE6BE-87AA-59D8-25CC-C1658A1D00A9}"/>
              </a:ext>
            </a:extLst>
          </p:cNvPr>
          <p:cNvSpPr>
            <a:spLocks noGrp="1"/>
          </p:cNvSpPr>
          <p:nvPr>
            <p:ph sz="quarter" idx="12"/>
          </p:nvPr>
        </p:nvSpPr>
        <p:spPr>
          <a:xfrm>
            <a:off x="11987211" y="2660650"/>
            <a:ext cx="4860927"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3" name="Picture 2">
            <a:extLst>
              <a:ext uri="{FF2B5EF4-FFF2-40B4-BE49-F238E27FC236}">
                <a16:creationId xmlns:a16="http://schemas.microsoft.com/office/drawing/2014/main" id="{84C4B459-BD28-A77C-5089-C405A09170BF}"/>
              </a:ext>
            </a:extLst>
          </p:cNvPr>
          <p:cNvPicPr>
            <a:picLocks noChangeAspect="1"/>
          </p:cNvPicPr>
          <p:nvPr userDrawn="1"/>
        </p:nvPicPr>
        <p:blipFill>
          <a:blip r:embed="rId2"/>
          <a:stretch>
            <a:fillRect/>
          </a:stretch>
        </p:blipFill>
        <p:spPr>
          <a:xfrm>
            <a:off x="14695401" y="1300133"/>
            <a:ext cx="2155998" cy="345774"/>
          </a:xfrm>
          <a:prstGeom prst="rect">
            <a:avLst/>
          </a:prstGeom>
        </p:spPr>
      </p:pic>
    </p:spTree>
    <p:extLst>
      <p:ext uri="{BB962C8B-B14F-4D97-AF65-F5344CB8AC3E}">
        <p14:creationId xmlns:p14="http://schemas.microsoft.com/office/powerpoint/2010/main" val="11899667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Header 1 Lin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3" name="Picture Placeholder 7">
            <a:extLst>
              <a:ext uri="{FF2B5EF4-FFF2-40B4-BE49-F238E27FC236}">
                <a16:creationId xmlns:a16="http://schemas.microsoft.com/office/drawing/2014/main" id="{E2A806DD-DE4A-96B8-7445-46FBE82E9669}"/>
              </a:ext>
            </a:extLst>
          </p:cNvPr>
          <p:cNvSpPr>
            <a:spLocks noGrp="1"/>
          </p:cNvSpPr>
          <p:nvPr>
            <p:ph type="pic" sz="quarter" idx="21"/>
          </p:nvPr>
        </p:nvSpPr>
        <p:spPr>
          <a:xfrm>
            <a:off x="9353550" y="2660650"/>
            <a:ext cx="7494586" cy="6264272"/>
          </a:xfrm>
          <a:prstGeom prst="rect">
            <a:avLst/>
          </a:prstGeom>
          <a:solidFill>
            <a:schemeClr val="bg1">
              <a:lumMod val="95000"/>
            </a:schemeClr>
          </a:solid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1439863" y="2660403"/>
            <a:ext cx="7494587" cy="62645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5914794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eader 1 Lin Phon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5394325" y="2660650"/>
            <a:ext cx="74961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4" name="Рисунок 4">
            <a:extLst>
              <a:ext uri="{FF2B5EF4-FFF2-40B4-BE49-F238E27FC236}">
                <a16:creationId xmlns:a16="http://schemas.microsoft.com/office/drawing/2014/main" id="{228F655E-4DAC-1A56-3F20-51037241F5B7}"/>
              </a:ext>
            </a:extLst>
          </p:cNvPr>
          <p:cNvPicPr>
            <a:picLocks noChangeAspect="1"/>
          </p:cNvPicPr>
          <p:nvPr userDrawn="1"/>
        </p:nvPicPr>
        <p:blipFill>
          <a:blip r:embed="rId3"/>
          <a:srcRect/>
          <a:stretch/>
        </p:blipFill>
        <p:spPr>
          <a:xfrm>
            <a:off x="1439863" y="2655084"/>
            <a:ext cx="3059293" cy="6371374"/>
          </a:xfrm>
          <a:prstGeom prst="rect">
            <a:avLst/>
          </a:prstGeom>
        </p:spPr>
      </p:pic>
      <p:sp>
        <p:nvSpPr>
          <p:cNvPr id="9" name="Рисунок 6">
            <a:extLst>
              <a:ext uri="{FF2B5EF4-FFF2-40B4-BE49-F238E27FC236}">
                <a16:creationId xmlns:a16="http://schemas.microsoft.com/office/drawing/2014/main" id="{6B561E78-2740-9A45-5EAA-E2745A21D351}"/>
              </a:ext>
            </a:extLst>
          </p:cNvPr>
          <p:cNvSpPr>
            <a:spLocks noGrp="1"/>
          </p:cNvSpPr>
          <p:nvPr>
            <p:ph type="pic" sz="quarter" idx="15"/>
          </p:nvPr>
        </p:nvSpPr>
        <p:spPr>
          <a:xfrm>
            <a:off x="1580744" y="2815176"/>
            <a:ext cx="2777247" cy="6050821"/>
          </a:xfrm>
          <a:prstGeom prst="roundRect">
            <a:avLst>
              <a:gd name="adj" fmla="val 11154"/>
            </a:avLst>
          </a:prstGeom>
          <a:pattFill prst="lgCheck">
            <a:fgClr>
              <a:schemeClr val="bg1">
                <a:lumMod val="85000"/>
              </a:schemeClr>
            </a:fgClr>
            <a:bgClr>
              <a:schemeClr val="bg1"/>
            </a:bgClr>
          </a:pattFill>
          <a:ln>
            <a:noFill/>
          </a:ln>
        </p:spPr>
        <p:txBody>
          <a:bodyPr/>
          <a:lstStyle>
            <a:lvl1pPr algn="ctr">
              <a:defRPr/>
            </a:lvl1pPr>
          </a:lstStyle>
          <a:p>
            <a:r>
              <a:rPr lang="en-US"/>
              <a:t>Click icon to add picture</a:t>
            </a:r>
            <a:endParaRPr lang="ru-RU" dirty="0"/>
          </a:p>
        </p:txBody>
      </p:sp>
    </p:spTree>
    <p:extLst>
      <p:ext uri="{BB962C8B-B14F-4D97-AF65-F5344CB8AC3E}">
        <p14:creationId xmlns:p14="http://schemas.microsoft.com/office/powerpoint/2010/main" val="19724802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Header 1 Lin Phone_Bi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7610475" y="2660650"/>
            <a:ext cx="6596064" cy="62642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10" name="Рисунок 14">
            <a:extLst>
              <a:ext uri="{FF2B5EF4-FFF2-40B4-BE49-F238E27FC236}">
                <a16:creationId xmlns:a16="http://schemas.microsoft.com/office/drawing/2014/main" id="{55B947F3-A944-0F65-D31B-F5E205EF2F1D}"/>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6969" r="31545" b="18048"/>
          <a:stretch/>
        </p:blipFill>
        <p:spPr>
          <a:xfrm>
            <a:off x="-121444" y="2660399"/>
            <a:ext cx="7189789" cy="9161927"/>
          </a:xfrm>
          <a:prstGeom prst="rect">
            <a:avLst/>
          </a:prstGeom>
        </p:spPr>
      </p:pic>
      <p:sp>
        <p:nvSpPr>
          <p:cNvPr id="11" name="Рисунок 16">
            <a:extLst>
              <a:ext uri="{FF2B5EF4-FFF2-40B4-BE49-F238E27FC236}">
                <a16:creationId xmlns:a16="http://schemas.microsoft.com/office/drawing/2014/main" id="{45FEF48C-C27D-4C0C-A739-4295D7686785}"/>
              </a:ext>
            </a:extLst>
          </p:cNvPr>
          <p:cNvSpPr>
            <a:spLocks noGrp="1"/>
          </p:cNvSpPr>
          <p:nvPr>
            <p:ph type="pic" sz="quarter" idx="15"/>
          </p:nvPr>
        </p:nvSpPr>
        <p:spPr>
          <a:xfrm>
            <a:off x="1642820" y="2890434"/>
            <a:ext cx="4579749" cy="8931893"/>
          </a:xfrm>
          <a:custGeom>
            <a:avLst/>
            <a:gdLst>
              <a:gd name="connsiteX0" fmla="*/ 531771 w 4767536"/>
              <a:gd name="connsiteY0" fmla="*/ 0 h 8981853"/>
              <a:gd name="connsiteX1" fmla="*/ 4235765 w 4767536"/>
              <a:gd name="connsiteY1" fmla="*/ 0 h 8981853"/>
              <a:gd name="connsiteX2" fmla="*/ 4767536 w 4767536"/>
              <a:gd name="connsiteY2" fmla="*/ 531771 h 8981853"/>
              <a:gd name="connsiteX3" fmla="*/ 4767536 w 4767536"/>
              <a:gd name="connsiteY3" fmla="*/ 8981853 h 8981853"/>
              <a:gd name="connsiteX4" fmla="*/ 0 w 4767536"/>
              <a:gd name="connsiteY4" fmla="*/ 8981853 h 8981853"/>
              <a:gd name="connsiteX5" fmla="*/ 0 w 4767536"/>
              <a:gd name="connsiteY5" fmla="*/ 531771 h 8981853"/>
              <a:gd name="connsiteX6" fmla="*/ 531771 w 4767536"/>
              <a:gd name="connsiteY6" fmla="*/ 0 h 8981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67536" h="8981853">
                <a:moveTo>
                  <a:pt x="531771" y="0"/>
                </a:moveTo>
                <a:lnTo>
                  <a:pt x="4235765" y="0"/>
                </a:lnTo>
                <a:cubicBezTo>
                  <a:pt x="4529454" y="0"/>
                  <a:pt x="4767536" y="238082"/>
                  <a:pt x="4767536" y="531771"/>
                </a:cubicBezTo>
                <a:lnTo>
                  <a:pt x="4767536" y="8981853"/>
                </a:lnTo>
                <a:lnTo>
                  <a:pt x="0" y="8981853"/>
                </a:lnTo>
                <a:lnTo>
                  <a:pt x="0" y="531771"/>
                </a:lnTo>
                <a:cubicBezTo>
                  <a:pt x="0" y="238082"/>
                  <a:pt x="238082" y="0"/>
                  <a:pt x="531771" y="0"/>
                </a:cubicBezTo>
                <a:close/>
              </a:path>
            </a:pathLst>
          </a:custGeom>
          <a:pattFill prst="lgCheck">
            <a:fgClr>
              <a:schemeClr val="bg1">
                <a:lumMod val="85000"/>
              </a:schemeClr>
            </a:fgClr>
            <a:bgClr>
              <a:schemeClr val="bg1"/>
            </a:bgClr>
          </a:pattFill>
          <a:ln>
            <a:noFill/>
          </a:ln>
        </p:spPr>
        <p:txBody>
          <a:bodyPr wrap="square">
            <a:noAutofit/>
          </a:bodyPr>
          <a:lstStyle>
            <a:lvl1pPr algn="ctr">
              <a:defRPr/>
            </a:lvl1pPr>
          </a:lstStyle>
          <a:p>
            <a:r>
              <a:rPr lang="en-US"/>
              <a:t>Click icon to add picture</a:t>
            </a:r>
            <a:endParaRPr lang="ru-RU" dirty="0"/>
          </a:p>
        </p:txBody>
      </p:sp>
    </p:spTree>
    <p:extLst>
      <p:ext uri="{BB962C8B-B14F-4D97-AF65-F5344CB8AC3E}">
        <p14:creationId xmlns:p14="http://schemas.microsoft.com/office/powerpoint/2010/main" val="7313297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eader 1 Lin Phone_Bi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11990389" y="2660399"/>
            <a:ext cx="4857750" cy="62645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12" name="Рисунок 5">
            <a:extLst>
              <a:ext uri="{FF2B5EF4-FFF2-40B4-BE49-F238E27FC236}">
                <a16:creationId xmlns:a16="http://schemas.microsoft.com/office/drawing/2014/main" id="{8007D75F-F07F-9697-FE17-74F32F27DDC5}"/>
              </a:ext>
            </a:extLst>
          </p:cNvPr>
          <p:cNvPicPr>
            <a:picLocks noChangeAspect="1"/>
          </p:cNvPicPr>
          <p:nvPr userDrawn="1"/>
        </p:nvPicPr>
        <p:blipFill>
          <a:blip r:embed="rId3"/>
          <a:stretch>
            <a:fillRect/>
          </a:stretch>
        </p:blipFill>
        <p:spPr>
          <a:xfrm>
            <a:off x="403256" y="2622236"/>
            <a:ext cx="11064685" cy="6361638"/>
          </a:xfrm>
          <a:prstGeom prst="rect">
            <a:avLst/>
          </a:prstGeom>
        </p:spPr>
      </p:pic>
      <p:sp>
        <p:nvSpPr>
          <p:cNvPr id="13" name="Рисунок 14">
            <a:extLst>
              <a:ext uri="{FF2B5EF4-FFF2-40B4-BE49-F238E27FC236}">
                <a16:creationId xmlns:a16="http://schemas.microsoft.com/office/drawing/2014/main" id="{8960E639-C20C-62DA-9453-E293046D2E27}"/>
              </a:ext>
            </a:extLst>
          </p:cNvPr>
          <p:cNvSpPr>
            <a:spLocks noGrp="1"/>
          </p:cNvSpPr>
          <p:nvPr>
            <p:ph type="pic" sz="quarter" idx="16" hasCustomPrompt="1"/>
          </p:nvPr>
        </p:nvSpPr>
        <p:spPr>
          <a:xfrm>
            <a:off x="1482301" y="2706893"/>
            <a:ext cx="8885382" cy="5838537"/>
          </a:xfrm>
          <a:custGeom>
            <a:avLst/>
            <a:gdLst>
              <a:gd name="connsiteX0" fmla="*/ 240579 w 8885382"/>
              <a:gd name="connsiteY0" fmla="*/ 0 h 5838537"/>
              <a:gd name="connsiteX1" fmla="*/ 8644803 w 8885382"/>
              <a:gd name="connsiteY1" fmla="*/ 0 h 5838537"/>
              <a:gd name="connsiteX2" fmla="*/ 8885382 w 8885382"/>
              <a:gd name="connsiteY2" fmla="*/ 240579 h 5838537"/>
              <a:gd name="connsiteX3" fmla="*/ 8885382 w 8885382"/>
              <a:gd name="connsiteY3" fmla="*/ 5838537 h 5838537"/>
              <a:gd name="connsiteX4" fmla="*/ 0 w 8885382"/>
              <a:gd name="connsiteY4" fmla="*/ 5838537 h 5838537"/>
              <a:gd name="connsiteX5" fmla="*/ 0 w 8885382"/>
              <a:gd name="connsiteY5" fmla="*/ 240579 h 5838537"/>
              <a:gd name="connsiteX6" fmla="*/ 240579 w 8885382"/>
              <a:gd name="connsiteY6" fmla="*/ 0 h 5838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85382" h="5838537">
                <a:moveTo>
                  <a:pt x="240579" y="0"/>
                </a:moveTo>
                <a:lnTo>
                  <a:pt x="8644803" y="0"/>
                </a:lnTo>
                <a:cubicBezTo>
                  <a:pt x="8777671" y="0"/>
                  <a:pt x="8885382" y="107711"/>
                  <a:pt x="8885382" y="240579"/>
                </a:cubicBezTo>
                <a:lnTo>
                  <a:pt x="8885382" y="5838537"/>
                </a:lnTo>
                <a:lnTo>
                  <a:pt x="0" y="5838537"/>
                </a:lnTo>
                <a:lnTo>
                  <a:pt x="0" y="240579"/>
                </a:lnTo>
                <a:cubicBezTo>
                  <a:pt x="0" y="107711"/>
                  <a:pt x="107711" y="0"/>
                  <a:pt x="240579" y="0"/>
                </a:cubicBezTo>
                <a:close/>
              </a:path>
            </a:pathLst>
          </a:custGeom>
          <a:pattFill prst="lgCheck">
            <a:fgClr>
              <a:schemeClr val="bg1">
                <a:lumMod val="85000"/>
              </a:schemeClr>
            </a:fgClr>
            <a:bgClr>
              <a:schemeClr val="bg1"/>
            </a:bgClr>
          </a:pattFill>
          <a:ln>
            <a:noFill/>
          </a:ln>
        </p:spPr>
        <p:txBody>
          <a:bodyPr wrap="square" anchor="ctr">
            <a:noAutofit/>
          </a:bodyPr>
          <a:lstStyle>
            <a:lvl1pPr algn="ctr">
              <a:defRPr sz="3200"/>
            </a:lvl1pPr>
          </a:lstStyle>
          <a:p>
            <a:r>
              <a:rPr lang="en-US" dirty="0"/>
              <a:t>Screenshot</a:t>
            </a:r>
            <a:endParaRPr lang="ru-RU" dirty="0"/>
          </a:p>
          <a:p>
            <a:endParaRPr lang="ru-RU" dirty="0"/>
          </a:p>
          <a:p>
            <a:endParaRPr lang="ru-RU" dirty="0"/>
          </a:p>
        </p:txBody>
      </p:sp>
    </p:spTree>
    <p:extLst>
      <p:ext uri="{BB962C8B-B14F-4D97-AF65-F5344CB8AC3E}">
        <p14:creationId xmlns:p14="http://schemas.microsoft.com/office/powerpoint/2010/main" val="21527389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Header 1 Line 8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4" name="Text Placeholder 7">
            <a:extLst>
              <a:ext uri="{FF2B5EF4-FFF2-40B4-BE49-F238E27FC236}">
                <a16:creationId xmlns:a16="http://schemas.microsoft.com/office/drawing/2014/main" id="{DB33528C-0E33-01B8-E90A-FEF8CCE4B70A}"/>
              </a:ext>
            </a:extLst>
          </p:cNvPr>
          <p:cNvSpPr>
            <a:spLocks noGrp="1"/>
          </p:cNvSpPr>
          <p:nvPr>
            <p:ph type="body" sz="quarter" idx="10"/>
          </p:nvPr>
        </p:nvSpPr>
        <p:spPr>
          <a:xfrm>
            <a:off x="1439863"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9" name="Text Placeholder 7">
            <a:extLst>
              <a:ext uri="{FF2B5EF4-FFF2-40B4-BE49-F238E27FC236}">
                <a16:creationId xmlns:a16="http://schemas.microsoft.com/office/drawing/2014/main" id="{8143E31A-83EA-4B30-8C48-646C484081EF}"/>
              </a:ext>
            </a:extLst>
          </p:cNvPr>
          <p:cNvSpPr>
            <a:spLocks noGrp="1"/>
          </p:cNvSpPr>
          <p:nvPr>
            <p:ph type="body" sz="quarter" idx="11"/>
          </p:nvPr>
        </p:nvSpPr>
        <p:spPr>
          <a:xfrm>
            <a:off x="5394326"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0" name="Text Placeholder 7">
            <a:extLst>
              <a:ext uri="{FF2B5EF4-FFF2-40B4-BE49-F238E27FC236}">
                <a16:creationId xmlns:a16="http://schemas.microsoft.com/office/drawing/2014/main" id="{8217653A-CF4E-7C22-2337-E4266D72453E}"/>
              </a:ext>
            </a:extLst>
          </p:cNvPr>
          <p:cNvSpPr>
            <a:spLocks noGrp="1"/>
          </p:cNvSpPr>
          <p:nvPr>
            <p:ph type="body" sz="quarter" idx="12"/>
          </p:nvPr>
        </p:nvSpPr>
        <p:spPr>
          <a:xfrm>
            <a:off x="9348790"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1" name="Text Placeholder 7">
            <a:extLst>
              <a:ext uri="{FF2B5EF4-FFF2-40B4-BE49-F238E27FC236}">
                <a16:creationId xmlns:a16="http://schemas.microsoft.com/office/drawing/2014/main" id="{618D825B-BD9F-C325-CADE-5B4174074B64}"/>
              </a:ext>
            </a:extLst>
          </p:cNvPr>
          <p:cNvSpPr>
            <a:spLocks noGrp="1"/>
          </p:cNvSpPr>
          <p:nvPr>
            <p:ph type="body" sz="quarter" idx="13"/>
          </p:nvPr>
        </p:nvSpPr>
        <p:spPr>
          <a:xfrm>
            <a:off x="13312372" y="5610578"/>
            <a:ext cx="3535766"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2" name="Picture Placeholder 7">
            <a:extLst>
              <a:ext uri="{FF2B5EF4-FFF2-40B4-BE49-F238E27FC236}">
                <a16:creationId xmlns:a16="http://schemas.microsoft.com/office/drawing/2014/main" id="{E19CCB5D-66E8-033D-58CD-01E307A63AD1}"/>
              </a:ext>
            </a:extLst>
          </p:cNvPr>
          <p:cNvSpPr>
            <a:spLocks noGrp="1"/>
          </p:cNvSpPr>
          <p:nvPr>
            <p:ph type="pic" sz="quarter" idx="20"/>
          </p:nvPr>
        </p:nvSpPr>
        <p:spPr>
          <a:xfrm>
            <a:off x="1439864" y="2660400"/>
            <a:ext cx="3535766"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3" name="Picture Placeholder 7">
            <a:extLst>
              <a:ext uri="{FF2B5EF4-FFF2-40B4-BE49-F238E27FC236}">
                <a16:creationId xmlns:a16="http://schemas.microsoft.com/office/drawing/2014/main" id="{30AABCA3-499C-B0A3-BFF3-30F97C9D0C52}"/>
              </a:ext>
            </a:extLst>
          </p:cNvPr>
          <p:cNvSpPr>
            <a:spLocks noGrp="1"/>
          </p:cNvSpPr>
          <p:nvPr>
            <p:ph type="pic" sz="quarter" idx="21"/>
          </p:nvPr>
        </p:nvSpPr>
        <p:spPr>
          <a:xfrm>
            <a:off x="5394325" y="2660400"/>
            <a:ext cx="3535767"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4" name="Picture Placeholder 7">
            <a:extLst>
              <a:ext uri="{FF2B5EF4-FFF2-40B4-BE49-F238E27FC236}">
                <a16:creationId xmlns:a16="http://schemas.microsoft.com/office/drawing/2014/main" id="{A50F3A9C-A740-9673-57C7-F95DE07AB18A}"/>
              </a:ext>
            </a:extLst>
          </p:cNvPr>
          <p:cNvSpPr>
            <a:spLocks noGrp="1"/>
          </p:cNvSpPr>
          <p:nvPr>
            <p:ph type="pic" sz="quarter" idx="22"/>
          </p:nvPr>
        </p:nvSpPr>
        <p:spPr>
          <a:xfrm>
            <a:off x="9343078" y="2660400"/>
            <a:ext cx="3547422"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6" name="Picture Placeholder 7">
            <a:extLst>
              <a:ext uri="{FF2B5EF4-FFF2-40B4-BE49-F238E27FC236}">
                <a16:creationId xmlns:a16="http://schemas.microsoft.com/office/drawing/2014/main" id="{5CE53F2C-1F13-BC49-9F1C-2FBB5EA205D1}"/>
              </a:ext>
            </a:extLst>
          </p:cNvPr>
          <p:cNvSpPr>
            <a:spLocks noGrp="1"/>
          </p:cNvSpPr>
          <p:nvPr>
            <p:ph type="pic" sz="quarter" idx="23"/>
          </p:nvPr>
        </p:nvSpPr>
        <p:spPr>
          <a:xfrm>
            <a:off x="13303486" y="2660400"/>
            <a:ext cx="3544652"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Tree>
    <p:extLst>
      <p:ext uri="{BB962C8B-B14F-4D97-AF65-F5344CB8AC3E}">
        <p14:creationId xmlns:p14="http://schemas.microsoft.com/office/powerpoint/2010/main" val="234042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 Number Yellow">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30"/>
            <a:ext cx="12730457" cy="3023708"/>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
        <p:nvSpPr>
          <p:cNvPr id="4" name="Text Placeholder 3">
            <a:extLst>
              <a:ext uri="{FF2B5EF4-FFF2-40B4-BE49-F238E27FC236}">
                <a16:creationId xmlns:a16="http://schemas.microsoft.com/office/drawing/2014/main" id="{6BD03417-EBA9-B679-AEE7-EE39B72C85CE}"/>
              </a:ext>
            </a:extLst>
          </p:cNvPr>
          <p:cNvSpPr>
            <a:spLocks noGrp="1"/>
          </p:cNvSpPr>
          <p:nvPr>
            <p:ph type="body" sz="quarter" idx="10" hasCustomPrompt="1"/>
          </p:nvPr>
        </p:nvSpPr>
        <p:spPr>
          <a:xfrm>
            <a:off x="-1078033" y="3258282"/>
            <a:ext cx="5241680" cy="5299563"/>
          </a:xfrm>
        </p:spPr>
        <p:txBody>
          <a:bodyPr>
            <a:noAutofit/>
          </a:bodyPr>
          <a:lstStyle>
            <a:lvl1pPr>
              <a:defRPr sz="34000" b="0" i="0">
                <a:latin typeface="DA_FuturaPT Demi" panose="020B0502020204020303" pitchFamily="34" charset="77"/>
                <a:ea typeface="DA_FuturaPT Demi" panose="020B0502020204020303" pitchFamily="34" charset="77"/>
              </a:defRPr>
            </a:lvl1pPr>
          </a:lstStyle>
          <a:p>
            <a:pPr lvl="0"/>
            <a:r>
              <a:rPr lang="en-RU" dirty="0"/>
              <a:t>01</a:t>
            </a:r>
          </a:p>
        </p:txBody>
      </p:sp>
    </p:spTree>
    <p:extLst>
      <p:ext uri="{BB962C8B-B14F-4D97-AF65-F5344CB8AC3E}">
        <p14:creationId xmlns:p14="http://schemas.microsoft.com/office/powerpoint/2010/main" val="10141308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Yellow">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Tree>
    <p:extLst>
      <p:ext uri="{BB962C8B-B14F-4D97-AF65-F5344CB8AC3E}">
        <p14:creationId xmlns:p14="http://schemas.microsoft.com/office/powerpoint/2010/main" val="5541437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 Number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
        <p:nvSpPr>
          <p:cNvPr id="4" name="Text Placeholder 3">
            <a:extLst>
              <a:ext uri="{FF2B5EF4-FFF2-40B4-BE49-F238E27FC236}">
                <a16:creationId xmlns:a16="http://schemas.microsoft.com/office/drawing/2014/main" id="{6BD03417-EBA9-B679-AEE7-EE39B72C85CE}"/>
              </a:ext>
            </a:extLst>
          </p:cNvPr>
          <p:cNvSpPr>
            <a:spLocks noGrp="1"/>
          </p:cNvSpPr>
          <p:nvPr>
            <p:ph type="body" sz="quarter" idx="10" hasCustomPrompt="1"/>
          </p:nvPr>
        </p:nvSpPr>
        <p:spPr>
          <a:xfrm>
            <a:off x="-1078033" y="3258282"/>
            <a:ext cx="5159496" cy="5299563"/>
          </a:xfrm>
        </p:spPr>
        <p:txBody>
          <a:bodyPr>
            <a:noAutofit/>
          </a:bodyPr>
          <a:lstStyle>
            <a:lvl1pPr>
              <a:defRPr sz="34000" b="0" i="0">
                <a:latin typeface="DA_FuturaPT Demi" panose="020B0502020204020303" pitchFamily="34" charset="77"/>
                <a:ea typeface="DA_FuturaPT Demi" panose="020B0502020204020303" pitchFamily="34" charset="77"/>
              </a:defRPr>
            </a:lvl1pPr>
          </a:lstStyle>
          <a:p>
            <a:pPr lvl="0"/>
            <a:r>
              <a:rPr lang="en-RU" dirty="0"/>
              <a:t>01</a:t>
            </a:r>
          </a:p>
        </p:txBody>
      </p:sp>
    </p:spTree>
    <p:extLst>
      <p:ext uri="{BB962C8B-B14F-4D97-AF65-F5344CB8AC3E}">
        <p14:creationId xmlns:p14="http://schemas.microsoft.com/office/powerpoint/2010/main" val="20311385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Tree>
    <p:extLst>
      <p:ext uri="{BB962C8B-B14F-4D97-AF65-F5344CB8AC3E}">
        <p14:creationId xmlns:p14="http://schemas.microsoft.com/office/powerpoint/2010/main" val="3149811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Header 2 Lines Content 1 Bloc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3255821"/>
            <a:ext cx="15408275"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21482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Header 2 Lines Content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4" y="3255821"/>
            <a:ext cx="7494586"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7723214-D230-0B0B-B30C-00BBE5B4EB76}"/>
              </a:ext>
            </a:extLst>
          </p:cNvPr>
          <p:cNvSpPr>
            <a:spLocks noGrp="1"/>
          </p:cNvSpPr>
          <p:nvPr>
            <p:ph sz="quarter" idx="11"/>
          </p:nvPr>
        </p:nvSpPr>
        <p:spPr>
          <a:xfrm>
            <a:off x="9353551" y="3255821"/>
            <a:ext cx="7494588"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20538188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Header 2 Lines Content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4" y="3255821"/>
            <a:ext cx="4859336"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7723214-D230-0B0B-B30C-00BBE5B4EB76}"/>
              </a:ext>
            </a:extLst>
          </p:cNvPr>
          <p:cNvSpPr>
            <a:spLocks noGrp="1"/>
          </p:cNvSpPr>
          <p:nvPr>
            <p:ph sz="quarter" idx="11"/>
          </p:nvPr>
        </p:nvSpPr>
        <p:spPr>
          <a:xfrm>
            <a:off x="11990388" y="3255821"/>
            <a:ext cx="4857750"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5" name="Content Placeholder 4">
            <a:extLst>
              <a:ext uri="{FF2B5EF4-FFF2-40B4-BE49-F238E27FC236}">
                <a16:creationId xmlns:a16="http://schemas.microsoft.com/office/drawing/2014/main" id="{D2B26630-3995-17B2-1692-B6242538846A}"/>
              </a:ext>
            </a:extLst>
          </p:cNvPr>
          <p:cNvSpPr>
            <a:spLocks noGrp="1"/>
          </p:cNvSpPr>
          <p:nvPr>
            <p:ph sz="quarter" idx="12"/>
          </p:nvPr>
        </p:nvSpPr>
        <p:spPr>
          <a:xfrm>
            <a:off x="6713538" y="3255821"/>
            <a:ext cx="4857751"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18848746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Header 2 Lines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EE0B31A4-BAFC-A312-E3EA-FC01E66FE4DB}"/>
              </a:ext>
            </a:extLst>
          </p:cNvPr>
          <p:cNvSpPr>
            <a:spLocks noGrp="1"/>
          </p:cNvSpPr>
          <p:nvPr>
            <p:ph type="pic" sz="quarter" idx="21"/>
          </p:nvPr>
        </p:nvSpPr>
        <p:spPr>
          <a:xfrm>
            <a:off x="9353550" y="3223213"/>
            <a:ext cx="7494586" cy="5701712"/>
          </a:xfrm>
          <a:prstGeom prst="rect">
            <a:avLst/>
          </a:prstGeom>
          <a:solidFill>
            <a:schemeClr val="bg1">
              <a:lumMod val="95000"/>
            </a:schemeClr>
          </a:solid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9DCAD0EC-D22E-4CF6-3617-41AB3A178545}"/>
              </a:ext>
            </a:extLst>
          </p:cNvPr>
          <p:cNvSpPr>
            <a:spLocks noGrp="1"/>
          </p:cNvSpPr>
          <p:nvPr>
            <p:ph type="body" sz="quarter" idx="22"/>
          </p:nvPr>
        </p:nvSpPr>
        <p:spPr>
          <a:xfrm>
            <a:off x="1439863" y="3255821"/>
            <a:ext cx="7494587"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75477590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mpty slide with logo">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2" name="Slide Number Placeholder 3">
            <a:extLst>
              <a:ext uri="{FF2B5EF4-FFF2-40B4-BE49-F238E27FC236}">
                <a16:creationId xmlns:a16="http://schemas.microsoft.com/office/drawing/2014/main" id="{17A4DC28-88C8-0D5C-ACB9-B1BA936A6F5E}"/>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3" name="Footer Placeholder 4">
            <a:extLst>
              <a:ext uri="{FF2B5EF4-FFF2-40B4-BE49-F238E27FC236}">
                <a16:creationId xmlns:a16="http://schemas.microsoft.com/office/drawing/2014/main" id="{431758C8-9322-A522-E00F-91F4707ADB59}"/>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30873592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Empty slide">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E027DCC8-9883-0261-8BA8-46FF242A0105}"/>
              </a:ext>
            </a:extLst>
          </p:cNvPr>
          <p:cNvSpPr>
            <a:spLocks noGrp="1"/>
          </p:cNvSpPr>
          <p:nvPr>
            <p:ph type="sldNum" sz="quarter" idx="4"/>
          </p:nvPr>
        </p:nvSpPr>
        <p:spPr>
          <a:xfrm>
            <a:off x="15516225" y="9104312"/>
            <a:ext cx="1331912" cy="504825"/>
          </a:xfrm>
          <a:prstGeom prst="rect">
            <a:avLst/>
          </a:prstGeom>
        </p:spPr>
        <p:txBody>
          <a:bodyPr vert="horz" lIns="0" tIns="0" rIns="0" bIns="4572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4" name="Footer Placeholder 4">
            <a:extLst>
              <a:ext uri="{FF2B5EF4-FFF2-40B4-BE49-F238E27FC236}">
                <a16:creationId xmlns:a16="http://schemas.microsoft.com/office/drawing/2014/main" id="{B7619804-EC76-2F20-B293-02B62CB1135B}"/>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23495970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mpty slide">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E027DCC8-9883-0261-8BA8-46FF242A0105}"/>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4" name="Footer Placeholder 4">
            <a:extLst>
              <a:ext uri="{FF2B5EF4-FFF2-40B4-BE49-F238E27FC236}">
                <a16:creationId xmlns:a16="http://schemas.microsoft.com/office/drawing/2014/main" id="{B7619804-EC76-2F20-B293-02B62CB1135B}"/>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414454187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Header 2 Lines 8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83D6518A-46ED-43CD-5445-E6003482B303}"/>
              </a:ext>
            </a:extLst>
          </p:cNvPr>
          <p:cNvSpPr>
            <a:spLocks noGrp="1"/>
          </p:cNvSpPr>
          <p:nvPr>
            <p:ph type="body" sz="quarter" idx="10"/>
          </p:nvPr>
        </p:nvSpPr>
        <p:spPr>
          <a:xfrm>
            <a:off x="1439863" y="6208295"/>
            <a:ext cx="3538537"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9" name="Text Placeholder 7">
            <a:extLst>
              <a:ext uri="{FF2B5EF4-FFF2-40B4-BE49-F238E27FC236}">
                <a16:creationId xmlns:a16="http://schemas.microsoft.com/office/drawing/2014/main" id="{E2EC851C-E6F3-4ED1-FD14-D5074A29B482}"/>
              </a:ext>
            </a:extLst>
          </p:cNvPr>
          <p:cNvSpPr>
            <a:spLocks noGrp="1"/>
          </p:cNvSpPr>
          <p:nvPr>
            <p:ph type="body" sz="quarter" idx="11"/>
          </p:nvPr>
        </p:nvSpPr>
        <p:spPr>
          <a:xfrm>
            <a:off x="5394325" y="6208295"/>
            <a:ext cx="3540126"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0" name="Text Placeholder 7">
            <a:extLst>
              <a:ext uri="{FF2B5EF4-FFF2-40B4-BE49-F238E27FC236}">
                <a16:creationId xmlns:a16="http://schemas.microsoft.com/office/drawing/2014/main" id="{C91FAD7A-5AC6-7DFA-D613-8CBE9B2CAEA2}"/>
              </a:ext>
            </a:extLst>
          </p:cNvPr>
          <p:cNvSpPr>
            <a:spLocks noGrp="1"/>
          </p:cNvSpPr>
          <p:nvPr>
            <p:ph type="body" sz="quarter" idx="12"/>
          </p:nvPr>
        </p:nvSpPr>
        <p:spPr>
          <a:xfrm>
            <a:off x="9353549" y="6208295"/>
            <a:ext cx="3536951"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1" name="Text Placeholder 7">
            <a:extLst>
              <a:ext uri="{FF2B5EF4-FFF2-40B4-BE49-F238E27FC236}">
                <a16:creationId xmlns:a16="http://schemas.microsoft.com/office/drawing/2014/main" id="{1F032167-3397-F6A8-D0F2-48152E2D9967}"/>
              </a:ext>
            </a:extLst>
          </p:cNvPr>
          <p:cNvSpPr>
            <a:spLocks noGrp="1"/>
          </p:cNvSpPr>
          <p:nvPr>
            <p:ph type="body" sz="quarter" idx="13"/>
          </p:nvPr>
        </p:nvSpPr>
        <p:spPr>
          <a:xfrm>
            <a:off x="13327064" y="6208295"/>
            <a:ext cx="3521073"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4" name="Picture Placeholder 7">
            <a:extLst>
              <a:ext uri="{FF2B5EF4-FFF2-40B4-BE49-F238E27FC236}">
                <a16:creationId xmlns:a16="http://schemas.microsoft.com/office/drawing/2014/main" id="{E5D4294A-704E-9755-8524-E105092A9296}"/>
              </a:ext>
            </a:extLst>
          </p:cNvPr>
          <p:cNvSpPr>
            <a:spLocks noGrp="1"/>
          </p:cNvSpPr>
          <p:nvPr>
            <p:ph type="pic" sz="quarter" idx="20"/>
          </p:nvPr>
        </p:nvSpPr>
        <p:spPr>
          <a:xfrm>
            <a:off x="1439863" y="3254400"/>
            <a:ext cx="3538537"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6" name="Picture Placeholder 7">
            <a:extLst>
              <a:ext uri="{FF2B5EF4-FFF2-40B4-BE49-F238E27FC236}">
                <a16:creationId xmlns:a16="http://schemas.microsoft.com/office/drawing/2014/main" id="{41F0B34C-4D77-69BF-1F16-965B8ADCEE2B}"/>
              </a:ext>
            </a:extLst>
          </p:cNvPr>
          <p:cNvSpPr>
            <a:spLocks noGrp="1"/>
          </p:cNvSpPr>
          <p:nvPr>
            <p:ph type="pic" sz="quarter" idx="21"/>
          </p:nvPr>
        </p:nvSpPr>
        <p:spPr>
          <a:xfrm>
            <a:off x="5394325" y="3254400"/>
            <a:ext cx="3540125"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7" name="Picture Placeholder 7">
            <a:extLst>
              <a:ext uri="{FF2B5EF4-FFF2-40B4-BE49-F238E27FC236}">
                <a16:creationId xmlns:a16="http://schemas.microsoft.com/office/drawing/2014/main" id="{1B9E5252-9E77-F300-2467-B597D301CD6A}"/>
              </a:ext>
            </a:extLst>
          </p:cNvPr>
          <p:cNvSpPr>
            <a:spLocks noGrp="1"/>
          </p:cNvSpPr>
          <p:nvPr>
            <p:ph type="pic" sz="quarter" idx="22"/>
          </p:nvPr>
        </p:nvSpPr>
        <p:spPr>
          <a:xfrm>
            <a:off x="9353550" y="3254400"/>
            <a:ext cx="3536950"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8" name="Picture Placeholder 7">
            <a:extLst>
              <a:ext uri="{FF2B5EF4-FFF2-40B4-BE49-F238E27FC236}">
                <a16:creationId xmlns:a16="http://schemas.microsoft.com/office/drawing/2014/main" id="{B4D7D18A-6D08-0646-AE3D-79C36496EB5C}"/>
              </a:ext>
            </a:extLst>
          </p:cNvPr>
          <p:cNvSpPr>
            <a:spLocks noGrp="1"/>
          </p:cNvSpPr>
          <p:nvPr>
            <p:ph type="pic" sz="quarter" idx="23"/>
          </p:nvPr>
        </p:nvSpPr>
        <p:spPr>
          <a:xfrm>
            <a:off x="13309600" y="3254400"/>
            <a:ext cx="3538538"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Tree>
    <p:extLst>
      <p:ext uri="{BB962C8B-B14F-4D97-AF65-F5344CB8AC3E}">
        <p14:creationId xmlns:p14="http://schemas.microsoft.com/office/powerpoint/2010/main" val="29920455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ullScreen Image">
    <p:spTree>
      <p:nvGrpSpPr>
        <p:cNvPr id="1" name=""/>
        <p:cNvGrpSpPr/>
        <p:nvPr/>
      </p:nvGrpSpPr>
      <p:grpSpPr>
        <a:xfrm>
          <a:off x="0" y="0"/>
          <a:ext cx="0" cy="0"/>
          <a:chOff x="0" y="0"/>
          <a:chExt cx="0" cy="0"/>
        </a:xfrm>
      </p:grpSpPr>
      <p:sp>
        <p:nvSpPr>
          <p:cNvPr id="40" name="Picture Placeholder 7"/>
          <p:cNvSpPr>
            <a:spLocks noGrp="1"/>
          </p:cNvSpPr>
          <p:nvPr>
            <p:ph type="pic" sz="quarter" idx="20"/>
          </p:nvPr>
        </p:nvSpPr>
        <p:spPr>
          <a:xfrm>
            <a:off x="0" y="1"/>
            <a:ext cx="18288000" cy="10288587"/>
          </a:xfrm>
          <a:prstGeom prst="rect">
            <a:avLst/>
          </a:prstGeom>
          <a:solidFill>
            <a:schemeClr val="tx2">
              <a:lumMod val="10000"/>
              <a:lumOff val="90000"/>
            </a:schemeClr>
          </a:solidFill>
        </p:spPr>
        <p:txBody>
          <a:bodyPr vert="horz" anchor="ctr" anchorCtr="0"/>
          <a:lstStyle>
            <a:lvl1pPr marL="0" marR="0" indent="0" algn="ctr" defTabSz="1300262" rtl="0" eaLnBrk="1" fontAlgn="auto" latinLnBrk="0" hangingPunct="1">
              <a:lnSpc>
                <a:spcPct val="100000"/>
              </a:lnSpc>
              <a:spcBef>
                <a:spcPts val="0"/>
              </a:spcBef>
              <a:spcAft>
                <a:spcPts val="1200"/>
              </a:spcAft>
              <a:buClr>
                <a:srgbClr val="FFB133"/>
              </a:buClr>
              <a:buSzTx/>
              <a:buFontTx/>
              <a:buNone/>
              <a:tabLst/>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ru-RU" dirty="0"/>
          </a:p>
        </p:txBody>
      </p:sp>
    </p:spTree>
    <p:extLst>
      <p:ext uri="{BB962C8B-B14F-4D97-AF65-F5344CB8AC3E}">
        <p14:creationId xmlns:p14="http://schemas.microsoft.com/office/powerpoint/2010/main" val="323858224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Slide Yelloy">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4081463" y="4172492"/>
            <a:ext cx="12730457" cy="1859474"/>
          </a:xfrm>
          <a:ln>
            <a:noFill/>
          </a:ln>
        </p:spPr>
        <p:txBody>
          <a:bodyPr anchor="t" anchorCtr="0"/>
          <a:lstStyle>
            <a:lvl1pPr>
              <a:lnSpc>
                <a:spcPct val="100000"/>
              </a:lnSpc>
              <a:defRPr sz="7200" baseline="0">
                <a:solidFill>
                  <a:schemeClr val="tx1"/>
                </a:solidFill>
                <a:latin typeface="+mn-lt"/>
              </a:defRPr>
            </a:lvl1pPr>
          </a:lstStyle>
          <a:p>
            <a:pPr lvl="0"/>
            <a:r>
              <a:rPr lang="en-US" dirty="0"/>
              <a:t>Thank you!</a:t>
            </a:r>
            <a:endParaRPr lang="ru-RU" dirty="0"/>
          </a:p>
        </p:txBody>
      </p:sp>
      <p:sp>
        <p:nvSpPr>
          <p:cNvPr id="4" name="Текст 7">
            <a:extLst>
              <a:ext uri="{FF2B5EF4-FFF2-40B4-BE49-F238E27FC236}">
                <a16:creationId xmlns:a16="http://schemas.microsoft.com/office/drawing/2014/main" id="{A4BB7241-3E6F-C4B6-7451-324C780CFD37}"/>
              </a:ext>
            </a:extLst>
          </p:cNvPr>
          <p:cNvSpPr>
            <a:spLocks noGrp="1"/>
          </p:cNvSpPr>
          <p:nvPr>
            <p:ph type="body" sz="quarter" idx="10" hasCustomPrompt="1"/>
          </p:nvPr>
        </p:nvSpPr>
        <p:spPr>
          <a:xfrm>
            <a:off x="4081464" y="6501161"/>
            <a:ext cx="7510462" cy="2423764"/>
          </a:xfrm>
          <a:prstGeom prst="rect">
            <a:avLst/>
          </a:prstGeom>
        </p:spPr>
        <p:txBody>
          <a:bodyPr anchor="t"/>
          <a:lstStyle>
            <a:lvl1pPr marL="0" indent="0">
              <a:buNone/>
              <a:defRPr>
                <a:solidFill>
                  <a:schemeClr val="tx1"/>
                </a:solidFill>
              </a:defRPr>
            </a:lvl1pPr>
          </a:lstStyle>
          <a:p>
            <a:pPr lvl="0"/>
            <a:r>
              <a:rPr lang="en-US" dirty="0"/>
              <a:t>Full Name</a:t>
            </a:r>
            <a:br>
              <a:rPr lang="en-US" dirty="0"/>
            </a:br>
            <a:r>
              <a:rPr lang="en-US" dirty="0"/>
              <a:t>Job Title</a:t>
            </a:r>
            <a:br>
              <a:rPr lang="en-US" dirty="0"/>
            </a:br>
            <a:r>
              <a:rPr lang="en-US" dirty="0"/>
              <a:t>Company Name</a:t>
            </a:r>
            <a:br>
              <a:rPr lang="en-US" dirty="0"/>
            </a:br>
            <a:r>
              <a:rPr lang="en-US" dirty="0"/>
              <a:t>Your Email</a:t>
            </a:r>
          </a:p>
        </p:txBody>
      </p:sp>
    </p:spTree>
    <p:extLst>
      <p:ext uri="{BB962C8B-B14F-4D97-AF65-F5344CB8AC3E}">
        <p14:creationId xmlns:p14="http://schemas.microsoft.com/office/powerpoint/2010/main" val="288591416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hank You Slide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4081463" y="4172492"/>
            <a:ext cx="12730457" cy="1851101"/>
          </a:xfrm>
          <a:ln>
            <a:noFill/>
          </a:ln>
        </p:spPr>
        <p:txBody>
          <a:bodyPr anchor="t" anchorCtr="0"/>
          <a:lstStyle>
            <a:lvl1pPr>
              <a:lnSpc>
                <a:spcPct val="100000"/>
              </a:lnSpc>
              <a:defRPr sz="7200" baseline="0">
                <a:solidFill>
                  <a:schemeClr val="tx1"/>
                </a:solidFill>
                <a:latin typeface="+mn-lt"/>
              </a:defRPr>
            </a:lvl1pPr>
          </a:lstStyle>
          <a:p>
            <a:pPr lvl="0"/>
            <a:r>
              <a:rPr lang="en-US" dirty="0"/>
              <a:t>Thank you!</a:t>
            </a:r>
            <a:endParaRPr lang="ru-RU" dirty="0"/>
          </a:p>
        </p:txBody>
      </p:sp>
      <p:sp>
        <p:nvSpPr>
          <p:cNvPr id="4" name="Текст 7">
            <a:extLst>
              <a:ext uri="{FF2B5EF4-FFF2-40B4-BE49-F238E27FC236}">
                <a16:creationId xmlns:a16="http://schemas.microsoft.com/office/drawing/2014/main" id="{A4BB7241-3E6F-C4B6-7451-324C780CFD37}"/>
              </a:ext>
            </a:extLst>
          </p:cNvPr>
          <p:cNvSpPr>
            <a:spLocks noGrp="1"/>
          </p:cNvSpPr>
          <p:nvPr>
            <p:ph type="body" sz="quarter" idx="10" hasCustomPrompt="1"/>
          </p:nvPr>
        </p:nvSpPr>
        <p:spPr>
          <a:xfrm>
            <a:off x="4081464" y="6501161"/>
            <a:ext cx="7510462" cy="2423764"/>
          </a:xfrm>
          <a:prstGeom prst="rect">
            <a:avLst/>
          </a:prstGeom>
        </p:spPr>
        <p:txBody>
          <a:bodyPr anchor="t"/>
          <a:lstStyle>
            <a:lvl1pPr marL="0" indent="0">
              <a:buNone/>
              <a:defRPr>
                <a:solidFill>
                  <a:schemeClr val="tx1"/>
                </a:solidFill>
              </a:defRPr>
            </a:lvl1pPr>
          </a:lstStyle>
          <a:p>
            <a:pPr lvl="0"/>
            <a:r>
              <a:rPr lang="en-US" dirty="0"/>
              <a:t>Full Name</a:t>
            </a:r>
            <a:br>
              <a:rPr lang="en-US" dirty="0"/>
            </a:br>
            <a:r>
              <a:rPr lang="en-US" dirty="0"/>
              <a:t>Job Title</a:t>
            </a:r>
            <a:br>
              <a:rPr lang="en-US" dirty="0"/>
            </a:br>
            <a:r>
              <a:rPr lang="en-US" dirty="0"/>
              <a:t>Company Name</a:t>
            </a:r>
            <a:br>
              <a:rPr lang="en-US" dirty="0"/>
            </a:br>
            <a:r>
              <a:rPr lang="en-US" dirty="0"/>
              <a:t>Your Email</a:t>
            </a:r>
          </a:p>
        </p:txBody>
      </p:sp>
    </p:spTree>
    <p:extLst>
      <p:ext uri="{BB962C8B-B14F-4D97-AF65-F5344CB8AC3E}">
        <p14:creationId xmlns:p14="http://schemas.microsoft.com/office/powerpoint/2010/main" val="20659933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er 1 Line Content 2 Row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76081" y="1147821"/>
            <a:ext cx="11846413" cy="849927"/>
          </a:xfrm>
        </p:spPr>
        <p:txBody>
          <a:bodyPr/>
          <a:lstStyle>
            <a:lvl1pPr>
              <a:defRPr baseline="0"/>
            </a:lvl1pPr>
          </a:lstStyle>
          <a:p>
            <a:pPr lvl="0"/>
            <a:r>
              <a:rPr lang="en-US" dirty="0"/>
              <a:t>Click to edit</a:t>
            </a:r>
            <a:endParaRPr lang="ru-RU" dirty="0"/>
          </a:p>
        </p:txBody>
      </p:sp>
      <p:sp>
        <p:nvSpPr>
          <p:cNvPr id="14" name="Прямоугольник 13">
            <a:extLst>
              <a:ext uri="{FF2B5EF4-FFF2-40B4-BE49-F238E27FC236}">
                <a16:creationId xmlns:a16="http://schemas.microsoft.com/office/drawing/2014/main" id="{44E9DA78-BE1F-9B43-A0F1-21CEB812E776}"/>
              </a:ext>
            </a:extLst>
          </p:cNvPr>
          <p:cNvSpPr/>
          <p:nvPr userDrawn="1"/>
        </p:nvSpPr>
        <p:spPr>
          <a:xfrm>
            <a:off x="1476078" y="1997747"/>
            <a:ext cx="1317520" cy="72000"/>
          </a:xfrm>
          <a:prstGeom prst="rect">
            <a:avLst/>
          </a:prstGeom>
          <a:solidFill>
            <a:srgbClr val="FFB1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sz="2426" dirty="0"/>
          </a:p>
        </p:txBody>
      </p:sp>
      <p:pic>
        <p:nvPicPr>
          <p:cNvPr id="8" name="Picture 7">
            <a:extLst>
              <a:ext uri="{FF2B5EF4-FFF2-40B4-BE49-F238E27FC236}">
                <a16:creationId xmlns:a16="http://schemas.microsoft.com/office/drawing/2014/main" id="{82CFF7A5-29D2-F208-1FE6-11A607EA8C9B}"/>
              </a:ext>
            </a:extLst>
          </p:cNvPr>
          <p:cNvPicPr>
            <a:picLocks noChangeAspect="1"/>
          </p:cNvPicPr>
          <p:nvPr userDrawn="1"/>
        </p:nvPicPr>
        <p:blipFill>
          <a:blip r:embed="rId2"/>
          <a:stretch>
            <a:fillRect/>
          </a:stretch>
        </p:blipFill>
        <p:spPr>
          <a:xfrm>
            <a:off x="14630401" y="1359125"/>
            <a:ext cx="2177511" cy="349224"/>
          </a:xfrm>
          <a:prstGeom prst="rect">
            <a:avLst/>
          </a:prstGeom>
        </p:spPr>
      </p:pic>
      <p:sp>
        <p:nvSpPr>
          <p:cNvPr id="4" name="Slide Number Placeholder 3">
            <a:extLst>
              <a:ext uri="{FF2B5EF4-FFF2-40B4-BE49-F238E27FC236}">
                <a16:creationId xmlns:a16="http://schemas.microsoft.com/office/drawing/2014/main" id="{A9BE9E60-99B1-62E3-601B-244563AA4CF1}"/>
              </a:ext>
            </a:extLst>
          </p:cNvPr>
          <p:cNvSpPr>
            <a:spLocks noGrp="1"/>
          </p:cNvSpPr>
          <p:nvPr>
            <p:ph type="sldNum" sz="quarter" idx="4"/>
          </p:nvPr>
        </p:nvSpPr>
        <p:spPr>
          <a:xfrm>
            <a:off x="14822904" y="9104312"/>
            <a:ext cx="2025233" cy="504921"/>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5" name="Footer Placeholder 4">
            <a:extLst>
              <a:ext uri="{FF2B5EF4-FFF2-40B4-BE49-F238E27FC236}">
                <a16:creationId xmlns:a16="http://schemas.microsoft.com/office/drawing/2014/main" id="{AD373533-7D10-1589-CE42-6208B3284C58}"/>
              </a:ext>
            </a:extLst>
          </p:cNvPr>
          <p:cNvSpPr>
            <a:spLocks noGrp="1"/>
          </p:cNvSpPr>
          <p:nvPr>
            <p:ph type="ftr" sz="quarter" idx="3"/>
          </p:nvPr>
        </p:nvSpPr>
        <p:spPr>
          <a:xfrm>
            <a:off x="1439863" y="9047162"/>
            <a:ext cx="6156325" cy="56197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4185874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40000" y="1080000"/>
            <a:ext cx="15408138" cy="1580650"/>
          </a:xfrm>
          <a:prstGeom prst="rect">
            <a:avLst/>
          </a:prstGeom>
        </p:spPr>
        <p:txBody>
          <a:bodyPr vert="horz" lIns="0" tIns="0" rIns="0" bIns="0" rtlCol="0" anchor="t" anchorCtr="0">
            <a:noAutofit/>
          </a:bodyPr>
          <a:lstStyle/>
          <a:p>
            <a:r>
              <a:rPr lang="en-US" dirty="0"/>
              <a:t>Sample Text</a:t>
            </a:r>
            <a:br>
              <a:rPr lang="en-US" dirty="0"/>
            </a:br>
            <a:endParaRPr lang="en-US" dirty="0"/>
          </a:p>
        </p:txBody>
      </p:sp>
      <p:sp>
        <p:nvSpPr>
          <p:cNvPr id="4" name="Slide Number Placeholder 3">
            <a:extLst>
              <a:ext uri="{FF2B5EF4-FFF2-40B4-BE49-F238E27FC236}">
                <a16:creationId xmlns:a16="http://schemas.microsoft.com/office/drawing/2014/main" id="{3B2AF341-81A0-D0EC-3917-0BE4AA58EA68}"/>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5" name="Footer Placeholder 4">
            <a:extLst>
              <a:ext uri="{FF2B5EF4-FFF2-40B4-BE49-F238E27FC236}">
                <a16:creationId xmlns:a16="http://schemas.microsoft.com/office/drawing/2014/main" id="{0F0A4FB8-CCA0-1F57-2DA0-498CFCC7B348}"/>
              </a:ext>
            </a:extLst>
          </p:cNvPr>
          <p:cNvSpPr>
            <a:spLocks noGrp="1"/>
          </p:cNvSpPr>
          <p:nvPr>
            <p:ph type="ftr" sz="quarter" idx="3"/>
          </p:nvPr>
        </p:nvSpPr>
        <p:spPr>
          <a:xfrm>
            <a:off x="1440000" y="9104312"/>
            <a:ext cx="10117136"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6" name="Text Placeholder 2">
            <a:extLst>
              <a:ext uri="{FF2B5EF4-FFF2-40B4-BE49-F238E27FC236}">
                <a16:creationId xmlns:a16="http://schemas.microsoft.com/office/drawing/2014/main" id="{0C0347B0-D0F9-4B91-9BC1-4DAC2ABC3ACD}"/>
              </a:ext>
            </a:extLst>
          </p:cNvPr>
          <p:cNvSpPr>
            <a:spLocks noGrp="1"/>
          </p:cNvSpPr>
          <p:nvPr>
            <p:ph type="body" idx="1"/>
          </p:nvPr>
        </p:nvSpPr>
        <p:spPr>
          <a:xfrm>
            <a:off x="1439864" y="2664000"/>
            <a:ext cx="15408138" cy="6260925"/>
          </a:xfrm>
          <a:prstGeom prst="rect">
            <a:avLst/>
          </a:prstGeom>
        </p:spPr>
        <p:txBody>
          <a:bodyPr vert="horz" lIns="0" tIns="0" rIns="0" bIns="0" rtlCol="0">
            <a:noAutofit/>
          </a:bodyPr>
          <a:lstStyle/>
          <a:p>
            <a:r>
              <a:rPr lang="en-US" dirty="0"/>
              <a:t>Master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err="1"/>
              <a:t>Eigth</a:t>
            </a:r>
            <a:r>
              <a:rPr lang="en-US" dirty="0"/>
              <a:t> level</a:t>
            </a:r>
          </a:p>
        </p:txBody>
      </p:sp>
    </p:spTree>
    <p:extLst>
      <p:ext uri="{BB962C8B-B14F-4D97-AF65-F5344CB8AC3E}">
        <p14:creationId xmlns:p14="http://schemas.microsoft.com/office/powerpoint/2010/main" val="3948771961"/>
      </p:ext>
    </p:extLst>
  </p:cSld>
  <p:clrMap bg1="lt1" tx1="dk1" bg2="lt2" tx2="dk2" accent1="accent1" accent2="accent2" accent3="accent3" accent4="accent4" accent5="accent5" accent6="accent6" hlink="hlink" folHlink="folHlink"/>
  <p:sldLayoutIdLst>
    <p:sldLayoutId id="2147483972" r:id="rId1"/>
    <p:sldLayoutId id="2147483973" r:id="rId2"/>
    <p:sldLayoutId id="2147484035" r:id="rId3"/>
    <p:sldLayoutId id="2147484032" r:id="rId4"/>
    <p:sldLayoutId id="2147484040" r:id="rId5"/>
    <p:sldLayoutId id="2147484033" r:id="rId6"/>
    <p:sldLayoutId id="2147484034" r:id="rId7"/>
    <p:sldLayoutId id="2147484052" r:id="rId8"/>
    <p:sldLayoutId id="2147483976" r:id="rId9"/>
    <p:sldLayoutId id="2147484049" r:id="rId10"/>
    <p:sldLayoutId id="2147484050" r:id="rId11"/>
    <p:sldLayoutId id="2147484023" r:id="rId12"/>
    <p:sldLayoutId id="2147484051" r:id="rId13"/>
    <p:sldLayoutId id="2147484024" r:id="rId14"/>
    <p:sldLayoutId id="2147484053" r:id="rId15"/>
    <p:sldLayoutId id="2147484030" r:id="rId16"/>
    <p:sldLayoutId id="2147484055" r:id="rId17"/>
    <p:sldLayoutId id="2147484054" r:id="rId18"/>
    <p:sldLayoutId id="2147484031" r:id="rId19"/>
    <p:sldLayoutId id="2147484036" r:id="rId20"/>
    <p:sldLayoutId id="2147484037" r:id="rId21"/>
    <p:sldLayoutId id="2147484038" r:id="rId22"/>
    <p:sldLayoutId id="2147484039" r:id="rId23"/>
    <p:sldLayoutId id="2147484025" r:id="rId24"/>
    <p:sldLayoutId id="2147484026" r:id="rId25"/>
    <p:sldLayoutId id="2147484027" r:id="rId26"/>
    <p:sldLayoutId id="2147484028" r:id="rId27"/>
    <p:sldLayoutId id="2147484047" r:id="rId28"/>
    <p:sldLayoutId id="2147484048" r:id="rId29"/>
    <p:sldLayoutId id="2147484029" r:id="rId30"/>
    <p:sldLayoutId id="2147484046" r:id="rId31"/>
    <p:sldLayoutId id="2147483997" r:id="rId32"/>
    <p:sldLayoutId id="2147484044" r:id="rId33"/>
    <p:sldLayoutId id="2147484045" r:id="rId34"/>
    <p:sldLayoutId id="2147483977" r:id="rId35"/>
  </p:sldLayoutIdLst>
  <p:hf hdr="0" ftr="0" dt="0"/>
  <p:txStyles>
    <p:title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p:titleStyle>
    <p:bodyStyle>
      <a:lvl1pPr marL="0" indent="0" algn="l" defTabSz="1300262" rtl="0" eaLnBrk="1" latinLnBrk="0" hangingPunct="1">
        <a:lnSpc>
          <a:spcPct val="100000"/>
        </a:lnSpc>
        <a:spcBef>
          <a:spcPts val="0"/>
        </a:spcBef>
        <a:spcAft>
          <a:spcPts val="1200"/>
        </a:spcAft>
        <a:buClr>
          <a:srgbClr val="FFB133"/>
        </a:buClr>
        <a:buFontTx/>
        <a:buNone/>
        <a:defRPr sz="2400" b="0" i="0" kern="1200">
          <a:solidFill>
            <a:schemeClr val="tx1"/>
          </a:solidFill>
          <a:latin typeface="DA_FuturaPT Book" panose="020B0502020204020303" pitchFamily="34" charset="0"/>
          <a:ea typeface="DA_FuturaPT Book" panose="020B0502020204020303" pitchFamily="34" charset="0"/>
          <a:cs typeface="+mn-cs"/>
        </a:defRPr>
      </a:lvl1pPr>
      <a:lvl2pPr marL="0" indent="0" algn="l" defTabSz="1300262" rtl="0" eaLnBrk="1" latinLnBrk="0" hangingPunct="1">
        <a:lnSpc>
          <a:spcPct val="100000"/>
        </a:lnSpc>
        <a:spcBef>
          <a:spcPts val="0"/>
        </a:spcBef>
        <a:spcAft>
          <a:spcPts val="1200"/>
        </a:spcAft>
        <a:buClr>
          <a:schemeClr val="tx1"/>
        </a:buClr>
        <a:buSzPct val="120000"/>
        <a:buFontTx/>
        <a:buNone/>
        <a:defRPr sz="2400" b="0" i="0" kern="1200">
          <a:ln>
            <a:noFill/>
          </a:ln>
          <a:solidFill>
            <a:schemeClr val="tx1"/>
          </a:solidFill>
          <a:latin typeface="DA_FuturaPT Demi" panose="020B0502020204020303" pitchFamily="34" charset="77"/>
          <a:ea typeface="DA_FuturaPT Demi" panose="020B0502020204020303" pitchFamily="34" charset="77"/>
          <a:cs typeface="+mn-cs"/>
        </a:defRPr>
      </a:lvl2pPr>
      <a:lvl3pPr marL="396000" indent="-396000" algn="l" defTabSz="1300262" rtl="0" eaLnBrk="1" latinLnBrk="0" hangingPunct="1">
        <a:lnSpc>
          <a:spcPct val="100000"/>
        </a:lnSpc>
        <a:spcBef>
          <a:spcPts val="0"/>
        </a:spcBef>
        <a:spcAft>
          <a:spcPts val="1200"/>
        </a:spcAft>
        <a:buClr>
          <a:schemeClr val="tx1"/>
        </a:buClr>
        <a:buSzPct val="100000"/>
        <a:buFont typeface="Arial" panose="020B0604020202020204" pitchFamily="34" charset="0"/>
        <a:buChar char="•"/>
        <a:defRPr sz="2400" b="0" i="0" kern="1200">
          <a:solidFill>
            <a:schemeClr val="tx1"/>
          </a:solidFill>
          <a:latin typeface="DA_FuturaPT Book" panose="020B0502020204020303" pitchFamily="34" charset="0"/>
          <a:ea typeface="DA_FuturaPT Book" panose="020B0502020204020303" pitchFamily="34" charset="0"/>
          <a:cs typeface="+mn-cs"/>
        </a:defRPr>
      </a:lvl3pPr>
      <a:lvl4pPr marL="572400" indent="-396000" algn="l" defTabSz="1300262" rtl="0" eaLnBrk="1" latinLnBrk="0" hangingPunct="1">
        <a:lnSpc>
          <a:spcPct val="100000"/>
        </a:lnSpc>
        <a:spcBef>
          <a:spcPts val="0"/>
        </a:spcBef>
        <a:spcAft>
          <a:spcPts val="1200"/>
        </a:spcAft>
        <a:buClr>
          <a:schemeClr val="tx1"/>
        </a:buClr>
        <a:buFont typeface="Arial" panose="020B0604020202020204" pitchFamily="34" charset="0"/>
        <a:buChar char="•"/>
        <a:defRPr sz="1800" b="0" i="0" kern="1200">
          <a:solidFill>
            <a:schemeClr val="tx1"/>
          </a:solidFill>
          <a:latin typeface="DA_FuturaPT Book" panose="020B0502020204020303" pitchFamily="34" charset="0"/>
          <a:ea typeface="DA_FuturaPT Book" panose="020B0502020204020303" pitchFamily="34" charset="0"/>
          <a:cs typeface="+mn-cs"/>
        </a:defRPr>
      </a:lvl4pPr>
      <a:lvl5pPr marL="1076400" indent="-396000" algn="l" defTabSz="1300262" rtl="0" eaLnBrk="1" latinLnBrk="0" hangingPunct="1">
        <a:lnSpc>
          <a:spcPct val="100000"/>
        </a:lnSpc>
        <a:spcBef>
          <a:spcPts val="0"/>
        </a:spcBef>
        <a:spcAft>
          <a:spcPts val="1200"/>
        </a:spcAft>
        <a:buClr>
          <a:schemeClr val="tx1"/>
        </a:buClr>
        <a:buFont typeface="Arial" panose="020B0604020202020204" pitchFamily="34" charset="0"/>
        <a:buChar char="•"/>
        <a:tabLst>
          <a:tab pos="8994988" algn="l"/>
        </a:tabLst>
        <a:defRPr sz="1800" b="0" i="0" kern="1200">
          <a:solidFill>
            <a:schemeClr val="tx1"/>
          </a:solidFill>
          <a:latin typeface="+mn-lt"/>
          <a:ea typeface="DA_FuturaPT Book" panose="020B0502020204020303" pitchFamily="34" charset="0"/>
          <a:cs typeface="+mn-cs"/>
        </a:defRPr>
      </a:lvl5pPr>
      <a:lvl6pPr marL="342900" indent="-342900" algn="l" defTabSz="1300262" rtl="0" eaLnBrk="1" latinLnBrk="0" hangingPunct="1">
        <a:lnSpc>
          <a:spcPct val="100000"/>
        </a:lnSpc>
        <a:spcBef>
          <a:spcPts val="0"/>
        </a:spcBef>
        <a:spcAft>
          <a:spcPts val="1200"/>
        </a:spcAft>
        <a:buFont typeface="+mj-lt"/>
        <a:buAutoNum type="arabicPeriod"/>
        <a:defRPr sz="2400" b="0" i="0" kern="1200">
          <a:solidFill>
            <a:schemeClr val="tx1"/>
          </a:solidFill>
          <a:latin typeface="DA_FuturaPT Medium" panose="020B0502020204020303" pitchFamily="34" charset="77"/>
          <a:ea typeface="DA_FuturaPT Medium" panose="020B0502020204020303" pitchFamily="34" charset="77"/>
          <a:cs typeface="+mn-cs"/>
        </a:defRPr>
      </a:lvl6pPr>
      <a:lvl7pPr marL="0" indent="0" algn="l" defTabSz="1300262" rtl="0" eaLnBrk="1" latinLnBrk="0" hangingPunct="1">
        <a:lnSpc>
          <a:spcPct val="100000"/>
        </a:lnSpc>
        <a:spcBef>
          <a:spcPts val="0"/>
        </a:spcBef>
        <a:spcAft>
          <a:spcPts val="800"/>
        </a:spcAft>
        <a:buFontTx/>
        <a:buNone/>
        <a:defRPr sz="1800" kern="1200">
          <a:solidFill>
            <a:schemeClr val="tx1"/>
          </a:solidFill>
          <a:latin typeface="+mn-lt"/>
          <a:ea typeface="+mn-ea"/>
          <a:cs typeface="+mn-cs"/>
        </a:defRPr>
      </a:lvl7pPr>
      <a:lvl8pPr marL="324000" indent="-324000" algn="l" defTabSz="1300262" rtl="0" eaLnBrk="1" latinLnBrk="0" hangingPunct="1">
        <a:lnSpc>
          <a:spcPct val="100000"/>
        </a:lnSpc>
        <a:spcBef>
          <a:spcPts val="0"/>
        </a:spcBef>
        <a:spcAft>
          <a:spcPts val="800"/>
        </a:spcAft>
        <a:buFont typeface="Arial" panose="020B0604020202020204" pitchFamily="34" charset="0"/>
        <a:buChar char="•"/>
        <a:defRPr sz="1800" kern="1200">
          <a:solidFill>
            <a:schemeClr val="tx1"/>
          </a:solidFill>
          <a:latin typeface="+mn-lt"/>
          <a:ea typeface="+mn-ea"/>
          <a:cs typeface="+mn-cs"/>
        </a:defRPr>
      </a:lvl8pPr>
      <a:lvl9pPr marL="0" indent="0" algn="l" defTabSz="1300262" rtl="0" eaLnBrk="1" latinLnBrk="0" hangingPunct="1">
        <a:lnSpc>
          <a:spcPct val="100000"/>
        </a:lnSpc>
        <a:spcBef>
          <a:spcPts val="0"/>
        </a:spcBef>
        <a:spcAft>
          <a:spcPts val="800"/>
        </a:spcAft>
        <a:buFont typeface="Arial" panose="020B0604020202020204" pitchFamily="34" charset="0"/>
        <a:buNone/>
        <a:defRPr sz="1600" kern="1200">
          <a:solidFill>
            <a:schemeClr val="tx1"/>
          </a:solidFill>
          <a:latin typeface="+mn-lt"/>
          <a:ea typeface="+mn-ea"/>
          <a:cs typeface="+mn-cs"/>
        </a:defRPr>
      </a:lvl9pPr>
    </p:bodyStyle>
    <p:otherStyle>
      <a:defPPr>
        <a:defRPr lang="en-US"/>
      </a:defPPr>
      <a:lvl1pPr marL="0" algn="l" defTabSz="1300262" rtl="0" eaLnBrk="1" latinLnBrk="0" hangingPunct="1">
        <a:defRPr sz="2560" kern="1200">
          <a:solidFill>
            <a:schemeClr val="tx1"/>
          </a:solidFill>
          <a:latin typeface="+mn-lt"/>
          <a:ea typeface="+mn-ea"/>
          <a:cs typeface="+mn-cs"/>
        </a:defRPr>
      </a:lvl1pPr>
      <a:lvl2pPr marL="650131" algn="l" defTabSz="1300262" rtl="0" eaLnBrk="1" latinLnBrk="0" hangingPunct="1">
        <a:defRPr sz="2560" kern="1200">
          <a:solidFill>
            <a:schemeClr val="tx1"/>
          </a:solidFill>
          <a:latin typeface="+mn-lt"/>
          <a:ea typeface="+mn-ea"/>
          <a:cs typeface="+mn-cs"/>
        </a:defRPr>
      </a:lvl2pPr>
      <a:lvl3pPr marL="1300262" algn="l" defTabSz="1300262" rtl="0" eaLnBrk="1" latinLnBrk="0" hangingPunct="1">
        <a:defRPr sz="2560" kern="1200">
          <a:solidFill>
            <a:schemeClr val="tx1"/>
          </a:solidFill>
          <a:latin typeface="+mn-lt"/>
          <a:ea typeface="+mn-ea"/>
          <a:cs typeface="+mn-cs"/>
        </a:defRPr>
      </a:lvl3pPr>
      <a:lvl4pPr marL="1950393" algn="l" defTabSz="1300262" rtl="0" eaLnBrk="1" latinLnBrk="0" hangingPunct="1">
        <a:defRPr sz="2560" kern="1200">
          <a:solidFill>
            <a:schemeClr val="tx1"/>
          </a:solidFill>
          <a:latin typeface="+mn-lt"/>
          <a:ea typeface="+mn-ea"/>
          <a:cs typeface="+mn-cs"/>
        </a:defRPr>
      </a:lvl4pPr>
      <a:lvl5pPr marL="2600525" algn="l" defTabSz="1300262" rtl="0" eaLnBrk="1" latinLnBrk="0" hangingPunct="1">
        <a:defRPr sz="2560" kern="1200">
          <a:solidFill>
            <a:schemeClr val="tx1"/>
          </a:solidFill>
          <a:latin typeface="+mn-lt"/>
          <a:ea typeface="+mn-ea"/>
          <a:cs typeface="+mn-cs"/>
        </a:defRPr>
      </a:lvl5pPr>
      <a:lvl6pPr marL="3250656" algn="l" defTabSz="1300262" rtl="0" eaLnBrk="1" latinLnBrk="0" hangingPunct="1">
        <a:defRPr sz="2560" kern="1200">
          <a:solidFill>
            <a:schemeClr val="tx1"/>
          </a:solidFill>
          <a:latin typeface="+mn-lt"/>
          <a:ea typeface="+mn-ea"/>
          <a:cs typeface="+mn-cs"/>
        </a:defRPr>
      </a:lvl6pPr>
      <a:lvl7pPr marL="3900787" algn="l" defTabSz="1300262" rtl="0" eaLnBrk="1" latinLnBrk="0" hangingPunct="1">
        <a:defRPr sz="2560" kern="1200">
          <a:solidFill>
            <a:schemeClr val="tx1"/>
          </a:solidFill>
          <a:latin typeface="+mn-lt"/>
          <a:ea typeface="+mn-ea"/>
          <a:cs typeface="+mn-cs"/>
        </a:defRPr>
      </a:lvl7pPr>
      <a:lvl8pPr marL="4550919" algn="l" defTabSz="1300262" rtl="0" eaLnBrk="1" latinLnBrk="0" hangingPunct="1">
        <a:defRPr sz="2560" kern="1200">
          <a:solidFill>
            <a:schemeClr val="tx1"/>
          </a:solidFill>
          <a:latin typeface="+mn-lt"/>
          <a:ea typeface="+mn-ea"/>
          <a:cs typeface="+mn-cs"/>
        </a:defRPr>
      </a:lvl8pPr>
      <a:lvl9pPr marL="5201050" algn="l" defTabSz="1300262" rtl="0" eaLnBrk="1" latinLnBrk="0" hangingPunct="1">
        <a:defRPr sz="25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78" userDrawn="1">
          <p15:clr>
            <a:srgbClr val="F26B43"/>
          </p15:clr>
        </p15:guide>
        <p15:guide id="3" pos="907" userDrawn="1">
          <p15:clr>
            <a:srgbClr val="F26B43"/>
          </p15:clr>
        </p15:guide>
        <p15:guide id="4" orient="horz" pos="1676" userDrawn="1">
          <p15:clr>
            <a:srgbClr val="F26B43"/>
          </p15:clr>
        </p15:guide>
        <p15:guide id="11" orient="horz" pos="5735" userDrawn="1">
          <p15:clr>
            <a:srgbClr val="F26B43"/>
          </p15:clr>
        </p15:guide>
        <p15:guide id="27" orient="horz" pos="1245" userDrawn="1">
          <p15:clr>
            <a:srgbClr val="F26B43"/>
          </p15:clr>
        </p15:guide>
        <p15:guide id="28" pos="1474" userDrawn="1">
          <p15:clr>
            <a:srgbClr val="F26B43"/>
          </p15:clr>
        </p15:guide>
        <p15:guide id="29" pos="1739" userDrawn="1">
          <p15:clr>
            <a:srgbClr val="F26B43"/>
          </p15:clr>
        </p15:guide>
        <p15:guide id="30" pos="2302" userDrawn="1">
          <p15:clr>
            <a:srgbClr val="F26B43"/>
          </p15:clr>
        </p15:guide>
        <p15:guide id="31" pos="2571" userDrawn="1">
          <p15:clr>
            <a:srgbClr val="F26B43"/>
          </p15:clr>
        </p15:guide>
        <p15:guide id="32" pos="3136" userDrawn="1">
          <p15:clr>
            <a:srgbClr val="F26B43"/>
          </p15:clr>
        </p15:guide>
        <p15:guide id="33" pos="3398" userDrawn="1">
          <p15:clr>
            <a:srgbClr val="F26B43"/>
          </p15:clr>
        </p15:guide>
        <p15:guide id="34" pos="3968" userDrawn="1">
          <p15:clr>
            <a:srgbClr val="F26B43"/>
          </p15:clr>
        </p15:guide>
        <p15:guide id="35" pos="4229" userDrawn="1">
          <p15:clr>
            <a:srgbClr val="F26B43"/>
          </p15:clr>
        </p15:guide>
        <p15:guide id="36" pos="4794" userDrawn="1">
          <p15:clr>
            <a:srgbClr val="F26B43"/>
          </p15:clr>
        </p15:guide>
        <p15:guide id="37" pos="5065" userDrawn="1">
          <p15:clr>
            <a:srgbClr val="F26B43"/>
          </p15:clr>
        </p15:guide>
        <p15:guide id="38" pos="5628" userDrawn="1">
          <p15:clr>
            <a:srgbClr val="F26B43"/>
          </p15:clr>
        </p15:guide>
        <p15:guide id="39" pos="5892" userDrawn="1">
          <p15:clr>
            <a:srgbClr val="F26B43"/>
          </p15:clr>
        </p15:guide>
        <p15:guide id="40" pos="6457" userDrawn="1">
          <p15:clr>
            <a:srgbClr val="F26B43"/>
          </p15:clr>
        </p15:guide>
        <p15:guide id="41" pos="6721" userDrawn="1">
          <p15:clr>
            <a:srgbClr val="F26B43"/>
          </p15:clr>
        </p15:guide>
        <p15:guide id="42" pos="7291" userDrawn="1">
          <p15:clr>
            <a:srgbClr val="F26B43"/>
          </p15:clr>
        </p15:guide>
        <p15:guide id="43" pos="7553" userDrawn="1">
          <p15:clr>
            <a:srgbClr val="F26B43"/>
          </p15:clr>
        </p15:guide>
        <p15:guide id="44" pos="8120" userDrawn="1">
          <p15:clr>
            <a:srgbClr val="F26B43"/>
          </p15:clr>
        </p15:guide>
        <p15:guide id="45" pos="8384" userDrawn="1">
          <p15:clr>
            <a:srgbClr val="F26B43"/>
          </p15:clr>
        </p15:guide>
        <p15:guide id="46" pos="8949" userDrawn="1">
          <p15:clr>
            <a:srgbClr val="F26B43"/>
          </p15:clr>
        </p15:guide>
        <p15:guide id="47" pos="9220" userDrawn="1">
          <p15:clr>
            <a:srgbClr val="F26B43"/>
          </p15:clr>
        </p15:guide>
        <p15:guide id="48" pos="9783" userDrawn="1">
          <p15:clr>
            <a:srgbClr val="F26B43"/>
          </p15:clr>
        </p15:guide>
        <p15:guide id="49" pos="10046" userDrawn="1">
          <p15:clr>
            <a:srgbClr val="F26B43"/>
          </p15:clr>
        </p15:guide>
        <p15:guide id="50" orient="horz" pos="6053" userDrawn="1">
          <p15:clr>
            <a:srgbClr val="F26B43"/>
          </p15:clr>
        </p15:guide>
        <p15:guide id="51" pos="10613" userDrawn="1">
          <p15:clr>
            <a:srgbClr val="F26B43"/>
          </p15:clr>
        </p15:guide>
        <p15:guide id="52" orient="horz" pos="562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5.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devblogs.microsoft.com/dotnet/announcing-dotnet-10/" TargetMode="Externa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hyperlink" Target="https://www.nuget.org/packages/VladislavAntonyuk.DotNetTemplates" TargetMode="Externa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hyperlink" Target="https://learn.microsoft.com/en-us/dotnet/aspire/" TargetMode="External"/><Relationship Id="rId2" Type="http://schemas.openxmlformats.org/officeDocument/2006/relationships/hyperlink" Target="https://learn.microsoft.com/en-us/dotnet/core/whats-new/dotnet-9/overview" TargetMode="External"/><Relationship Id="rId1" Type="http://schemas.openxmlformats.org/officeDocument/2006/relationships/slideLayout" Target="../slideLayouts/slideLayout9.xml"/><Relationship Id="rId4" Type="http://schemas.openxmlformats.org/officeDocument/2006/relationships/hyperlink" Target="https://learn.microsoft.com/en-us/dotnet/ai/get-started/dotnet-ai-overvie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410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F21C8D-98A7-2615-E478-F715EEC6C7CD}"/>
              </a:ext>
            </a:extLst>
          </p:cNvPr>
          <p:cNvSpPr>
            <a:spLocks noGrp="1"/>
          </p:cNvSpPr>
          <p:nvPr>
            <p:ph type="title"/>
          </p:nvPr>
        </p:nvSpPr>
        <p:spPr/>
        <p:txBody>
          <a:bodyPr/>
          <a:lstStyle/>
          <a:p>
            <a:endParaRPr lang="en-US"/>
          </a:p>
        </p:txBody>
      </p:sp>
      <p:pic>
        <p:nvPicPr>
          <p:cNvPr id="1026" name="Picture 2" descr="undefined">
            <a:extLst>
              <a:ext uri="{FF2B5EF4-FFF2-40B4-BE49-F238E27FC236}">
                <a16:creationId xmlns:a16="http://schemas.microsoft.com/office/drawing/2014/main" id="{07D9EC1A-B93F-E9A8-C1B5-C4441D4C4CA3}"/>
              </a:ext>
            </a:extLst>
          </p:cNvPr>
          <p:cNvPicPr>
            <a:picLocks noGrp="1" noChangeAspect="1" noChangeArrowheads="1"/>
          </p:cNvPicPr>
          <p:nvPr>
            <p:ph type="pic" sz="quarter" idx="4294967295"/>
          </p:nvPr>
        </p:nvPicPr>
        <p:blipFill>
          <a:blip r:embed="rId2">
            <a:extLst>
              <a:ext uri="{28A0092B-C50C-407E-A947-70E740481C1C}">
                <a14:useLocalDpi xmlns:a14="http://schemas.microsoft.com/office/drawing/2010/main" val="0"/>
              </a:ext>
            </a:extLst>
          </a:blip>
          <a:srcRect t="7806" b="7806"/>
          <a:stretch/>
        </p:blipFill>
        <p:spPr bwMode="auto">
          <a:xfrm>
            <a:off x="0" y="0"/>
            <a:ext cx="18288000" cy="102885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2C77A4A-89D5-EB85-FE32-DD0CCECE6AC5}"/>
              </a:ext>
            </a:extLst>
          </p:cNvPr>
          <p:cNvPicPr>
            <a:picLocks noChangeAspect="1"/>
          </p:cNvPicPr>
          <p:nvPr/>
        </p:nvPicPr>
        <p:blipFill>
          <a:blip r:embed="rId3"/>
          <a:stretch>
            <a:fillRect/>
          </a:stretch>
        </p:blipFill>
        <p:spPr>
          <a:xfrm>
            <a:off x="-551662" y="1748671"/>
            <a:ext cx="10186869" cy="6791246"/>
          </a:xfrm>
          <a:prstGeom prst="rect">
            <a:avLst/>
          </a:prstGeom>
        </p:spPr>
      </p:pic>
      <p:sp>
        <p:nvSpPr>
          <p:cNvPr id="8" name="Title 3">
            <a:extLst>
              <a:ext uri="{FF2B5EF4-FFF2-40B4-BE49-F238E27FC236}">
                <a16:creationId xmlns:a16="http://schemas.microsoft.com/office/drawing/2014/main" id="{CB5ED60C-843E-C2A3-CFA3-87B89A90F5CC}"/>
              </a:ext>
            </a:extLst>
          </p:cNvPr>
          <p:cNvSpPr txBox="1">
            <a:spLocks/>
          </p:cNvSpPr>
          <p:nvPr/>
        </p:nvSpPr>
        <p:spPr>
          <a:xfrm>
            <a:off x="9144000" y="4204703"/>
            <a:ext cx="9144000" cy="944628"/>
          </a:xfrm>
          <a:prstGeom prst="rect">
            <a:avLst/>
          </a:prstGeom>
          <a:noFill/>
        </p:spPr>
        <p:txBody>
          <a:bodyPr vert="horz" lIns="0" tIns="0" rIns="0" bIns="0" rtlCol="0" anchor="t" anchorCtr="0">
            <a:noAutofit/>
          </a:bodyPr>
          <a:lst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a:lstStyle>
          <a:p>
            <a:pPr algn="ct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.NET Conf 2025 – Ukraine</a:t>
            </a:r>
            <a:endParaRPr lang="en-IL"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
        <p:nvSpPr>
          <p:cNvPr id="9" name="Title 3">
            <a:extLst>
              <a:ext uri="{FF2B5EF4-FFF2-40B4-BE49-F238E27FC236}">
                <a16:creationId xmlns:a16="http://schemas.microsoft.com/office/drawing/2014/main" id="{77B5D5A0-03F7-620B-408A-C7AAE7CFA496}"/>
              </a:ext>
            </a:extLst>
          </p:cNvPr>
          <p:cNvSpPr txBox="1">
            <a:spLocks/>
          </p:cNvSpPr>
          <p:nvPr/>
        </p:nvSpPr>
        <p:spPr>
          <a:xfrm>
            <a:off x="9082469" y="6233286"/>
            <a:ext cx="9205531" cy="2691560"/>
          </a:xfrm>
          <a:prstGeom prst="rect">
            <a:avLst/>
          </a:prstGeom>
          <a:noFill/>
        </p:spPr>
        <p:txBody>
          <a:bodyPr vert="horz" lIns="0" tIns="0" rIns="0" bIns="0" rtlCol="0" anchor="t" anchorCtr="0">
            <a:noAutofit/>
          </a:bodyPr>
          <a:lst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a:lstStyle>
          <a:p>
            <a:pPr algn="ctr"/>
            <a:r>
              <a:rPr lang="en-US" dirty="0">
                <a:ln w="0"/>
                <a:effectLst>
                  <a:outerShdw blurRad="38100" dist="19050" dir="2700000" algn="tl" rotWithShape="0">
                    <a:schemeClr val="dk1">
                      <a:alpha val="40000"/>
                    </a:schemeClr>
                  </a:outerShdw>
                </a:effectLst>
              </a:rPr>
              <a:t>Vladislav Antonyuk</a:t>
            </a:r>
          </a:p>
          <a:p>
            <a:pPr algn="ctr"/>
            <a:r>
              <a:rPr lang="en-US" dirty="0" err="1">
                <a:ln w="0"/>
                <a:effectLst>
                  <a:outerShdw blurRad="38100" dist="19050" dir="2700000" algn="tl" rotWithShape="0">
                    <a:schemeClr val="dk1">
                      <a:alpha val="40000"/>
                    </a:schemeClr>
                  </a:outerShdw>
                </a:effectLst>
              </a:rPr>
              <a:t>Rostyslav</a:t>
            </a:r>
            <a:r>
              <a:rPr lang="en-US" dirty="0">
                <a:ln w="0"/>
                <a:effectLst>
                  <a:outerShdw blurRad="38100" dist="19050" dir="2700000" algn="tl" rotWithShape="0">
                    <a:schemeClr val="dk1">
                      <a:alpha val="40000"/>
                    </a:schemeClr>
                  </a:outerShdw>
                </a:effectLst>
              </a:rPr>
              <a:t> </a:t>
            </a:r>
            <a:r>
              <a:rPr lang="en-US" dirty="0" err="1">
                <a:ln w="0"/>
                <a:effectLst>
                  <a:outerShdw blurRad="38100" dist="19050" dir="2700000" algn="tl" rotWithShape="0">
                    <a:schemeClr val="dk1">
                      <a:alpha val="40000"/>
                    </a:schemeClr>
                  </a:outerShdw>
                </a:effectLst>
              </a:rPr>
              <a:t>Skrypnik</a:t>
            </a:r>
            <a:endParaRPr lang="en-IL"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61452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30A990-8700-1BEC-609C-3726B4E244DE}"/>
              </a:ext>
            </a:extLst>
          </p:cNvPr>
          <p:cNvSpPr>
            <a:spLocks noGrp="1"/>
          </p:cNvSpPr>
          <p:nvPr>
            <p:ph type="title"/>
          </p:nvPr>
        </p:nvSpPr>
        <p:spPr>
          <a:noFill/>
        </p:spPr>
        <p:txBody>
          <a:bodyPr vert="horz" lIns="0" tIns="0" rIns="0" bIns="0" rtlCol="0" anchor="t" anchorCtr="0">
            <a:noAutofit/>
          </a:bodyPr>
          <a:lstStyle/>
          <a:p>
            <a:r>
              <a:rPr lang="en-US" dirty="0"/>
              <a:t>AI-Friendly Calendar!</a:t>
            </a:r>
            <a:endParaRPr lang="en-IL" dirty="0"/>
          </a:p>
        </p:txBody>
      </p:sp>
      <p:sp>
        <p:nvSpPr>
          <p:cNvPr id="3" name="Slide Number Placeholder 2">
            <a:extLst>
              <a:ext uri="{FF2B5EF4-FFF2-40B4-BE49-F238E27FC236}">
                <a16:creationId xmlns:a16="http://schemas.microsoft.com/office/drawing/2014/main" id="{6911B9BD-AC92-BFEF-0598-FB233026DF8A}"/>
              </a:ext>
            </a:extLst>
          </p:cNvPr>
          <p:cNvSpPr>
            <a:spLocks noGrp="1"/>
          </p:cNvSpPr>
          <p:nvPr>
            <p:ph type="sldNum" sz="quarter" idx="4"/>
          </p:nvPr>
        </p:nvSpPr>
        <p:spPr>
          <a:xfrm>
            <a:off x="15516225" y="9104312"/>
            <a:ext cx="1331912" cy="504825"/>
          </a:xfrm>
        </p:spPr>
        <p:txBody>
          <a:bodyPr/>
          <a:lstStyle/>
          <a:p>
            <a:r>
              <a:rPr lang="ru-RU"/>
              <a:t> </a:t>
            </a:r>
            <a:r>
              <a:rPr lang="ru-RU" b="0"/>
              <a:t>/</a:t>
            </a:r>
            <a:r>
              <a:rPr lang="ru-RU"/>
              <a:t> </a:t>
            </a:r>
            <a:fld id="{49165CBE-C494-7A42-AB39-464FE4BAD852}" type="slidenum">
              <a:rPr lang="en-RU" smtClean="0"/>
              <a:pPr/>
              <a:t>3</a:t>
            </a:fld>
            <a:endParaRPr lang="en-RU" dirty="0"/>
          </a:p>
        </p:txBody>
      </p:sp>
      <p:pic>
        <p:nvPicPr>
          <p:cNvPr id="8" name="Content Placeholder 7" descr="A cartoon character holding a calendar">
            <a:extLst>
              <a:ext uri="{FF2B5EF4-FFF2-40B4-BE49-F238E27FC236}">
                <a16:creationId xmlns:a16="http://schemas.microsoft.com/office/drawing/2014/main" id="{86B3A384-72BB-B3EB-7692-DF4A6A6CDD38}"/>
              </a:ext>
            </a:extLst>
          </p:cNvPr>
          <p:cNvPicPr>
            <a:picLocks noGrp="1" noChangeAspect="1"/>
          </p:cNvPicPr>
          <p:nvPr>
            <p:ph sz="quarter" idx="10"/>
          </p:nvPr>
        </p:nvPicPr>
        <p:blipFill>
          <a:blip r:embed="rId3"/>
          <a:stretch>
            <a:fillRect/>
          </a:stretch>
        </p:blipFill>
        <p:spPr>
          <a:xfrm>
            <a:off x="1439863" y="3294592"/>
            <a:ext cx="7494587" cy="4996391"/>
          </a:xfrm>
        </p:spPr>
      </p:pic>
      <p:sp>
        <p:nvSpPr>
          <p:cNvPr id="2" name="TextBox 1">
            <a:extLst>
              <a:ext uri="{FF2B5EF4-FFF2-40B4-BE49-F238E27FC236}">
                <a16:creationId xmlns:a16="http://schemas.microsoft.com/office/drawing/2014/main" id="{3735F073-F84A-AA7D-5F09-62DEA7BAC803}"/>
              </a:ext>
            </a:extLst>
          </p:cNvPr>
          <p:cNvSpPr txBox="1"/>
          <p:nvPr/>
        </p:nvSpPr>
        <p:spPr>
          <a:xfrm>
            <a:off x="9989527" y="3294591"/>
            <a:ext cx="6117981" cy="4996391"/>
          </a:xfrm>
          <a:prstGeom prst="rect">
            <a:avLst/>
          </a:prstGeom>
          <a:noFill/>
        </p:spPr>
        <p:txBody>
          <a:bodyPr wrap="square" lIns="0" tIns="0" rIns="0" bIns="0" rtlCol="0" anchor="ctr">
            <a:noAutofit/>
          </a:bodyPr>
          <a:lstStyle/>
          <a:p>
            <a:pPr marL="457200" indent="-457200" algn="l">
              <a:buFont typeface="Arial" panose="020B0604020202020204" pitchFamily="34" charset="0"/>
              <a:buChar char="•"/>
            </a:pPr>
            <a:r>
              <a:rPr lang="en-US" sz="4800" dirty="0"/>
              <a:t>AI Scheduling Assistant</a:t>
            </a:r>
          </a:p>
          <a:p>
            <a:pPr marL="457200" indent="-457200" algn="l">
              <a:buFont typeface="Arial" panose="020B0604020202020204" pitchFamily="34" charset="0"/>
              <a:buChar char="•"/>
            </a:pPr>
            <a:r>
              <a:rPr lang="en-US" sz="4800" dirty="0"/>
              <a:t>Event Management</a:t>
            </a:r>
          </a:p>
          <a:p>
            <a:pPr marL="457200" indent="-457200" algn="l">
              <a:buFont typeface="Arial" panose="020B0604020202020204" pitchFamily="34" charset="0"/>
              <a:buChar char="•"/>
            </a:pPr>
            <a:r>
              <a:rPr lang="en-US" sz="4800" dirty="0"/>
              <a:t>Cloud Sync</a:t>
            </a:r>
          </a:p>
          <a:p>
            <a:pPr marL="457200" indent="-457200">
              <a:buFont typeface="Arial" panose="020B0604020202020204" pitchFamily="34" charset="0"/>
              <a:buChar char="•"/>
            </a:pPr>
            <a:r>
              <a:rPr lang="en-US" sz="4800" dirty="0"/>
              <a:t>Multi-Platform Support</a:t>
            </a:r>
          </a:p>
        </p:txBody>
      </p:sp>
    </p:spTree>
    <p:extLst>
      <p:ext uri="{BB962C8B-B14F-4D97-AF65-F5344CB8AC3E}">
        <p14:creationId xmlns:p14="http://schemas.microsoft.com/office/powerpoint/2010/main" val="1791182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0C77BD1-6A05-4C3E-BD42-5E3CA723D3F2}"/>
              </a:ext>
            </a:extLst>
          </p:cNvPr>
          <p:cNvSpPr>
            <a:spLocks noGrp="1"/>
          </p:cNvSpPr>
          <p:nvPr>
            <p:ph type="title"/>
          </p:nvPr>
        </p:nvSpPr>
        <p:spPr>
          <a:noFill/>
        </p:spPr>
        <p:txBody>
          <a:bodyPr vert="horz" lIns="0" tIns="0" rIns="0" bIns="0" rtlCol="0" anchor="t" anchorCtr="0">
            <a:noAutofit/>
          </a:bodyPr>
          <a:lstStyle/>
          <a:p>
            <a:r>
              <a:rPr lang="en-US" dirty="0"/>
              <a:t>Overview of .NET 10</a:t>
            </a:r>
          </a:p>
        </p:txBody>
      </p:sp>
      <p:sp>
        <p:nvSpPr>
          <p:cNvPr id="3" name="Slide Number Placeholder 2">
            <a:extLst>
              <a:ext uri="{FF2B5EF4-FFF2-40B4-BE49-F238E27FC236}">
                <a16:creationId xmlns:a16="http://schemas.microsoft.com/office/drawing/2014/main" id="{2AEAF145-EAB9-4031-88E6-709E6F0309FA}"/>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4</a:t>
            </a:fld>
            <a:endParaRPr lang="en-RU" dirty="0"/>
          </a:p>
        </p:txBody>
      </p:sp>
      <p:sp>
        <p:nvSpPr>
          <p:cNvPr id="4" name="Content Placeholder 3">
            <a:extLst>
              <a:ext uri="{FF2B5EF4-FFF2-40B4-BE49-F238E27FC236}">
                <a16:creationId xmlns:a16="http://schemas.microsoft.com/office/drawing/2014/main" id="{D156E866-20CC-F3CE-7324-6E737F6FE0A9}"/>
              </a:ext>
            </a:extLst>
          </p:cNvPr>
          <p:cNvSpPr>
            <a:spLocks noGrp="1"/>
          </p:cNvSpPr>
          <p:nvPr>
            <p:ph sz="quarter" idx="10"/>
          </p:nvPr>
        </p:nvSpPr>
        <p:spPr>
          <a:xfrm>
            <a:off x="1439863" y="2660651"/>
            <a:ext cx="15408275" cy="1490436"/>
          </a:xfrm>
        </p:spPr>
        <p:txBody>
          <a:bodyPr/>
          <a:lstStyle/>
          <a:p>
            <a:r>
              <a:rPr lang="en-US" dirty="0">
                <a:hlinkClick r:id="rId2"/>
              </a:rPr>
              <a:t>https://devblogs.microsoft.com/dotnet/announcing-dotnet-10/</a:t>
            </a:r>
            <a:endParaRPr lang="kk-KZ" dirty="0"/>
          </a:p>
          <a:p>
            <a:endParaRPr lang="en-US" dirty="0"/>
          </a:p>
        </p:txBody>
      </p:sp>
      <p:pic>
        <p:nvPicPr>
          <p:cNvPr id="6" name="Content Placeholder 6">
            <a:extLst>
              <a:ext uri="{FF2B5EF4-FFF2-40B4-BE49-F238E27FC236}">
                <a16:creationId xmlns:a16="http://schemas.microsoft.com/office/drawing/2014/main" id="{39203C35-A3D3-4EBA-9309-B62274D1781D}"/>
              </a:ext>
            </a:extLst>
          </p:cNvPr>
          <p:cNvPicPr>
            <a:picLocks noChangeAspect="1"/>
          </p:cNvPicPr>
          <p:nvPr/>
        </p:nvPicPr>
        <p:blipFill>
          <a:blip r:embed="rId3"/>
          <a:srcRect t="18290"/>
          <a:stretch/>
        </p:blipFill>
        <p:spPr>
          <a:xfrm>
            <a:off x="2596483" y="3985760"/>
            <a:ext cx="13095035" cy="5118552"/>
          </a:xfrm>
          <a:prstGeom prst="rect">
            <a:avLst/>
          </a:prstGeom>
        </p:spPr>
      </p:pic>
      <p:pic>
        <p:nvPicPr>
          <p:cNvPr id="8" name="Content Placeholder 6">
            <a:extLst>
              <a:ext uri="{FF2B5EF4-FFF2-40B4-BE49-F238E27FC236}">
                <a16:creationId xmlns:a16="http://schemas.microsoft.com/office/drawing/2014/main" id="{97555B79-4C63-FD3D-8D0A-F6D1384E31F4}"/>
              </a:ext>
            </a:extLst>
          </p:cNvPr>
          <p:cNvPicPr>
            <a:picLocks noChangeAspect="1"/>
          </p:cNvPicPr>
          <p:nvPr/>
        </p:nvPicPr>
        <p:blipFill>
          <a:blip r:embed="rId3"/>
          <a:srcRect b="86923"/>
          <a:stretch/>
        </p:blipFill>
        <p:spPr>
          <a:xfrm>
            <a:off x="2596483" y="3306990"/>
            <a:ext cx="13095035" cy="819150"/>
          </a:xfrm>
          <a:prstGeom prst="rect">
            <a:avLst/>
          </a:prstGeom>
        </p:spPr>
      </p:pic>
    </p:spTree>
    <p:extLst>
      <p:ext uri="{BB962C8B-B14F-4D97-AF65-F5344CB8AC3E}">
        <p14:creationId xmlns:p14="http://schemas.microsoft.com/office/powerpoint/2010/main" val="40447375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7C641-C6A5-9D57-7350-428F2D50696C}"/>
              </a:ext>
            </a:extLst>
          </p:cNvPr>
          <p:cNvSpPr>
            <a:spLocks noGrp="1"/>
          </p:cNvSpPr>
          <p:nvPr>
            <p:ph type="title"/>
          </p:nvPr>
        </p:nvSpPr>
        <p:spPr/>
        <p:txBody>
          <a:bodyPr/>
          <a:lstStyle/>
          <a:p>
            <a:r>
              <a:rPr lang="en-US" dirty="0"/>
              <a:t>C# 14</a:t>
            </a:r>
          </a:p>
        </p:txBody>
      </p:sp>
      <p:sp>
        <p:nvSpPr>
          <p:cNvPr id="3" name="Slide Number Placeholder 2">
            <a:extLst>
              <a:ext uri="{FF2B5EF4-FFF2-40B4-BE49-F238E27FC236}">
                <a16:creationId xmlns:a16="http://schemas.microsoft.com/office/drawing/2014/main" id="{BAA1D6C0-3ED5-84A1-48DF-699A0A90CFF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5</a:t>
            </a:fld>
            <a:endParaRPr lang="en-RU" dirty="0"/>
          </a:p>
        </p:txBody>
      </p:sp>
      <p:sp>
        <p:nvSpPr>
          <p:cNvPr id="4" name="Content Placeholder 3">
            <a:extLst>
              <a:ext uri="{FF2B5EF4-FFF2-40B4-BE49-F238E27FC236}">
                <a16:creationId xmlns:a16="http://schemas.microsoft.com/office/drawing/2014/main" id="{1721B4C3-29DB-B165-8B88-920965A51EA0}"/>
              </a:ext>
            </a:extLst>
          </p:cNvPr>
          <p:cNvSpPr>
            <a:spLocks noGrp="1"/>
          </p:cNvSpPr>
          <p:nvPr>
            <p:ph sz="quarter" idx="10"/>
          </p:nvPr>
        </p:nvSpPr>
        <p:spPr/>
        <p:txBody>
          <a:bodyPr/>
          <a:lstStyle/>
          <a:p>
            <a:r>
              <a:rPr lang="en-US" dirty="0"/>
              <a:t>Extension members (instance and static)</a:t>
            </a:r>
          </a:p>
          <a:p>
            <a:r>
              <a:rPr lang="en-US" dirty="0"/>
              <a:t>You can now declare extension properties, indexers, and even static extension members on a type. That means truly natural APIs: instance‑style helpers like </a:t>
            </a:r>
            <a:r>
              <a:rPr lang="en-US" dirty="0" err="1"/>
              <a:t>sequence.IsEmpty</a:t>
            </a:r>
            <a:r>
              <a:rPr lang="en-US" dirty="0"/>
              <a:t> and type‑level helpers like </a:t>
            </a:r>
            <a:r>
              <a:rPr lang="en-US" dirty="0" err="1"/>
              <a:t>IEnumerable</a:t>
            </a:r>
            <a:r>
              <a:rPr lang="en-US" dirty="0"/>
              <a:t>&lt;T&gt;.Identity.</a:t>
            </a:r>
          </a:p>
          <a:p>
            <a:endParaRPr lang="en-US" dirty="0"/>
          </a:p>
          <a:p>
            <a:r>
              <a:rPr lang="en-US" dirty="0"/>
              <a:t>C#</a:t>
            </a:r>
          </a:p>
          <a:p>
            <a:r>
              <a:rPr lang="en-US" dirty="0"/>
              <a:t>public static class </a:t>
            </a:r>
            <a:r>
              <a:rPr lang="en-US" dirty="0" err="1"/>
              <a:t>EnumerableExtensions</a:t>
            </a:r>
            <a:endParaRPr lang="en-US" dirty="0"/>
          </a:p>
          <a:p>
            <a:r>
              <a:rPr lang="en-US" dirty="0"/>
              <a:t>{</a:t>
            </a:r>
          </a:p>
          <a:p>
            <a:r>
              <a:rPr lang="en-US" dirty="0"/>
              <a:t>// Instance-style extension members</a:t>
            </a:r>
          </a:p>
          <a:p>
            <a:r>
              <a:rPr lang="en-US" dirty="0"/>
              <a:t>extension&lt;T&gt;(</a:t>
            </a:r>
            <a:r>
              <a:rPr lang="en-US" dirty="0" err="1"/>
              <a:t>IEnumerable</a:t>
            </a:r>
            <a:r>
              <a:rPr lang="en-US" dirty="0"/>
              <a:t>&lt;T&gt; source)</a:t>
            </a:r>
          </a:p>
          <a:p>
            <a:r>
              <a:rPr lang="en-US" dirty="0"/>
              <a:t>{</a:t>
            </a:r>
          </a:p>
          <a:p>
            <a:r>
              <a:rPr lang="en-US" dirty="0"/>
              <a:t>public bool </a:t>
            </a:r>
            <a:r>
              <a:rPr lang="en-US" dirty="0" err="1"/>
              <a:t>IsEmpty</a:t>
            </a:r>
            <a:r>
              <a:rPr lang="en-US" dirty="0"/>
              <a:t> =&gt; !</a:t>
            </a:r>
            <a:r>
              <a:rPr lang="en-US" dirty="0" err="1"/>
              <a:t>source.Any</a:t>
            </a:r>
            <a:r>
              <a:rPr lang="en-US" dirty="0"/>
              <a:t>();</a:t>
            </a:r>
          </a:p>
          <a:p>
            <a:r>
              <a:rPr lang="en-US" dirty="0"/>
              <a:t>public T this[int index] =&gt; </a:t>
            </a:r>
            <a:r>
              <a:rPr lang="en-US" dirty="0" err="1"/>
              <a:t>source.Skip</a:t>
            </a:r>
            <a:r>
              <a:rPr lang="en-US" dirty="0"/>
              <a:t>(index).First();</a:t>
            </a:r>
          </a:p>
          <a:p>
            <a:r>
              <a:rPr lang="en-US" dirty="0"/>
              <a:t>public </a:t>
            </a:r>
            <a:r>
              <a:rPr lang="en-US" dirty="0" err="1"/>
              <a:t>IEnumerable</a:t>
            </a:r>
            <a:r>
              <a:rPr lang="en-US" dirty="0"/>
              <a:t>&lt;T&gt; Where(</a:t>
            </a:r>
            <a:r>
              <a:rPr lang="en-US" dirty="0" err="1"/>
              <a:t>Func</a:t>
            </a:r>
            <a:r>
              <a:rPr lang="en-US" dirty="0"/>
              <a:t>&lt;T, bool&gt; predicate) =&gt; </a:t>
            </a:r>
            <a:r>
              <a:rPr lang="en-US" dirty="0" err="1"/>
              <a:t>source.Where</a:t>
            </a:r>
            <a:r>
              <a:rPr lang="en-US" dirty="0"/>
              <a:t>(predicate);</a:t>
            </a:r>
          </a:p>
          <a:p>
            <a:r>
              <a:rPr lang="en-US" dirty="0"/>
              <a:t>}</a:t>
            </a:r>
          </a:p>
          <a:p>
            <a:endParaRPr lang="en-US" dirty="0"/>
          </a:p>
          <a:p>
            <a:r>
              <a:rPr lang="en-US" dirty="0"/>
              <a:t>// Type-level (static) extension members</a:t>
            </a:r>
          </a:p>
          <a:p>
            <a:r>
              <a:rPr lang="en-US" dirty="0"/>
              <a:t>extension&lt;T&gt;(</a:t>
            </a:r>
            <a:r>
              <a:rPr lang="en-US" dirty="0" err="1"/>
              <a:t>IEnumerable</a:t>
            </a:r>
            <a:r>
              <a:rPr lang="en-US" dirty="0"/>
              <a:t>&lt;T&gt;)</a:t>
            </a:r>
          </a:p>
          <a:p>
            <a:r>
              <a:rPr lang="en-US" dirty="0"/>
              <a:t>{</a:t>
            </a:r>
          </a:p>
          <a:p>
            <a:r>
              <a:rPr lang="en-US" dirty="0"/>
              <a:t>public static </a:t>
            </a:r>
            <a:r>
              <a:rPr lang="en-US" dirty="0" err="1"/>
              <a:t>IEnumerable</a:t>
            </a:r>
            <a:r>
              <a:rPr lang="en-US" dirty="0"/>
              <a:t>&lt;T&gt; Identity =&gt; </a:t>
            </a:r>
            <a:r>
              <a:rPr lang="en-US" dirty="0" err="1"/>
              <a:t>Enumerable.Empty</a:t>
            </a:r>
            <a:r>
              <a:rPr lang="en-US" dirty="0"/>
              <a:t>&lt;T&gt;();</a:t>
            </a:r>
          </a:p>
          <a:p>
            <a:r>
              <a:rPr lang="en-US" dirty="0"/>
              <a:t>public static </a:t>
            </a:r>
            <a:r>
              <a:rPr lang="en-US" dirty="0" err="1"/>
              <a:t>IEnumerable</a:t>
            </a:r>
            <a:r>
              <a:rPr lang="en-US" dirty="0"/>
              <a:t>&lt;T&gt; Combine(</a:t>
            </a:r>
            <a:r>
              <a:rPr lang="en-US" dirty="0" err="1"/>
              <a:t>IEnumerable</a:t>
            </a:r>
            <a:r>
              <a:rPr lang="en-US" dirty="0"/>
              <a:t>&lt;T&gt; a, </a:t>
            </a:r>
            <a:r>
              <a:rPr lang="en-US" dirty="0" err="1"/>
              <a:t>IEnumerable</a:t>
            </a:r>
            <a:r>
              <a:rPr lang="en-US" dirty="0"/>
              <a:t>&lt;T&gt; b) =&gt; </a:t>
            </a:r>
            <a:r>
              <a:rPr lang="en-US" dirty="0" err="1"/>
              <a:t>a.Concat</a:t>
            </a:r>
            <a:r>
              <a:rPr lang="en-US" dirty="0"/>
              <a:t>(b);</a:t>
            </a:r>
          </a:p>
          <a:p>
            <a:r>
              <a:rPr lang="en-US" dirty="0"/>
              <a:t>}</a:t>
            </a:r>
          </a:p>
          <a:p>
            <a:r>
              <a:rPr lang="en-US" dirty="0"/>
              <a:t>}</a:t>
            </a:r>
          </a:p>
          <a:p>
            <a:endParaRPr lang="en-US" dirty="0"/>
          </a:p>
          <a:p>
            <a:r>
              <a:rPr lang="en-US" dirty="0"/>
              <a:t>var data = new[] {1,2,3};</a:t>
            </a:r>
          </a:p>
          <a:p>
            <a:r>
              <a:rPr lang="en-US" dirty="0"/>
              <a:t>bool none = </a:t>
            </a:r>
            <a:r>
              <a:rPr lang="en-US" dirty="0" err="1"/>
              <a:t>data.IsEmpty</a:t>
            </a:r>
            <a:r>
              <a:rPr lang="en-US" dirty="0"/>
              <a:t>; // instance-style</a:t>
            </a:r>
          </a:p>
          <a:p>
            <a:r>
              <a:rPr lang="en-US" dirty="0"/>
              <a:t>var both = </a:t>
            </a:r>
            <a:r>
              <a:rPr lang="en-US" dirty="0" err="1"/>
              <a:t>IEnumerable</a:t>
            </a:r>
            <a:r>
              <a:rPr lang="en-US" dirty="0"/>
              <a:t>&lt;int&gt;.Combine(data, new[]{4}); // static-style</a:t>
            </a:r>
          </a:p>
          <a:p>
            <a:r>
              <a:rPr lang="en-US" dirty="0"/>
              <a:t>public static class </a:t>
            </a:r>
            <a:r>
              <a:rPr lang="en-US" dirty="0" err="1"/>
              <a:t>EnumerableExtensions</a:t>
            </a:r>
            <a:endParaRPr lang="en-US" dirty="0"/>
          </a:p>
          <a:p>
            <a:r>
              <a:rPr lang="en-US" dirty="0"/>
              <a:t>{</a:t>
            </a:r>
          </a:p>
          <a:p>
            <a:r>
              <a:rPr lang="en-US" dirty="0"/>
              <a:t>    // Instance-style extension members</a:t>
            </a:r>
          </a:p>
          <a:p>
            <a:r>
              <a:rPr lang="en-US" dirty="0"/>
              <a:t>    extension&lt;T&gt;(</a:t>
            </a:r>
            <a:r>
              <a:rPr lang="en-US" dirty="0" err="1"/>
              <a:t>IEnumerable</a:t>
            </a:r>
            <a:r>
              <a:rPr lang="en-US" dirty="0"/>
              <a:t>&lt;T&gt; source)</a:t>
            </a:r>
          </a:p>
          <a:p>
            <a:r>
              <a:rPr lang="en-US" dirty="0"/>
              <a:t>    {</a:t>
            </a:r>
          </a:p>
          <a:p>
            <a:r>
              <a:rPr lang="en-US" dirty="0"/>
              <a:t>        public bool </a:t>
            </a:r>
            <a:r>
              <a:rPr lang="en-US" dirty="0" err="1"/>
              <a:t>IsEmpty</a:t>
            </a:r>
            <a:r>
              <a:rPr lang="en-US" dirty="0"/>
              <a:t> =&gt; !</a:t>
            </a:r>
            <a:r>
              <a:rPr lang="en-US" dirty="0" err="1"/>
              <a:t>source.Any</a:t>
            </a:r>
            <a:r>
              <a:rPr lang="en-US" dirty="0"/>
              <a:t>();</a:t>
            </a:r>
          </a:p>
          <a:p>
            <a:r>
              <a:rPr lang="en-US" dirty="0"/>
              <a:t>        public T this[int index] =&gt; </a:t>
            </a:r>
            <a:r>
              <a:rPr lang="en-US" dirty="0" err="1"/>
              <a:t>source.Skip</a:t>
            </a:r>
            <a:r>
              <a:rPr lang="en-US" dirty="0"/>
              <a:t>(index).First();</a:t>
            </a:r>
          </a:p>
          <a:p>
            <a:r>
              <a:rPr lang="en-US" dirty="0"/>
              <a:t>        public </a:t>
            </a:r>
            <a:r>
              <a:rPr lang="en-US" dirty="0" err="1"/>
              <a:t>IEnumerable</a:t>
            </a:r>
            <a:r>
              <a:rPr lang="en-US" dirty="0"/>
              <a:t>&lt;T&gt; Where(</a:t>
            </a:r>
            <a:r>
              <a:rPr lang="en-US" dirty="0" err="1"/>
              <a:t>Func</a:t>
            </a:r>
            <a:r>
              <a:rPr lang="en-US" dirty="0"/>
              <a:t>&lt;T, bool&gt; predicate) =&gt; </a:t>
            </a:r>
            <a:r>
              <a:rPr lang="en-US" dirty="0" err="1"/>
              <a:t>source.Where</a:t>
            </a:r>
            <a:r>
              <a:rPr lang="en-US" dirty="0"/>
              <a:t>(predicate);</a:t>
            </a:r>
          </a:p>
          <a:p>
            <a:r>
              <a:rPr lang="en-US" dirty="0"/>
              <a:t>    }</a:t>
            </a:r>
          </a:p>
          <a:p>
            <a:endParaRPr lang="en-US" dirty="0"/>
          </a:p>
          <a:p>
            <a:r>
              <a:rPr lang="en-US" dirty="0"/>
              <a:t>    // Type-level (static) extension members</a:t>
            </a:r>
          </a:p>
          <a:p>
            <a:r>
              <a:rPr lang="en-US" dirty="0"/>
              <a:t>    extension&lt;T&gt;(</a:t>
            </a:r>
            <a:r>
              <a:rPr lang="en-US" dirty="0" err="1"/>
              <a:t>IEnumerable</a:t>
            </a:r>
            <a:r>
              <a:rPr lang="en-US" dirty="0"/>
              <a:t>&lt;T&gt;)</a:t>
            </a:r>
          </a:p>
          <a:p>
            <a:r>
              <a:rPr lang="en-US" dirty="0"/>
              <a:t>    {</a:t>
            </a:r>
          </a:p>
          <a:p>
            <a:r>
              <a:rPr lang="en-US" dirty="0"/>
              <a:t>        public static </a:t>
            </a:r>
            <a:r>
              <a:rPr lang="en-US" dirty="0" err="1"/>
              <a:t>IEnumerable</a:t>
            </a:r>
            <a:r>
              <a:rPr lang="en-US" dirty="0"/>
              <a:t>&lt;T&gt; Identity =&gt; </a:t>
            </a:r>
            <a:r>
              <a:rPr lang="en-US" dirty="0" err="1"/>
              <a:t>Enumerable.Empty</a:t>
            </a:r>
            <a:r>
              <a:rPr lang="en-US" dirty="0"/>
              <a:t>&lt;T&gt;();</a:t>
            </a:r>
          </a:p>
          <a:p>
            <a:r>
              <a:rPr lang="en-US" dirty="0"/>
              <a:t>        public static </a:t>
            </a:r>
            <a:r>
              <a:rPr lang="en-US" dirty="0" err="1"/>
              <a:t>IEnumerable</a:t>
            </a:r>
            <a:r>
              <a:rPr lang="en-US" dirty="0"/>
              <a:t>&lt;T&gt; Combine(</a:t>
            </a:r>
            <a:r>
              <a:rPr lang="en-US" dirty="0" err="1"/>
              <a:t>IEnumerable</a:t>
            </a:r>
            <a:r>
              <a:rPr lang="en-US" dirty="0"/>
              <a:t>&lt;T&gt; a, </a:t>
            </a:r>
            <a:r>
              <a:rPr lang="en-US" dirty="0" err="1"/>
              <a:t>IEnumerable</a:t>
            </a:r>
            <a:r>
              <a:rPr lang="en-US" dirty="0"/>
              <a:t>&lt;T&gt; b) =&gt; </a:t>
            </a:r>
            <a:r>
              <a:rPr lang="en-US" dirty="0" err="1"/>
              <a:t>a.Concat</a:t>
            </a:r>
            <a:r>
              <a:rPr lang="en-US" dirty="0"/>
              <a:t>(b);</a:t>
            </a:r>
          </a:p>
          <a:p>
            <a:r>
              <a:rPr lang="en-US" dirty="0"/>
              <a:t>    }</a:t>
            </a:r>
          </a:p>
          <a:p>
            <a:r>
              <a:rPr lang="en-US" dirty="0"/>
              <a:t>}</a:t>
            </a:r>
          </a:p>
          <a:p>
            <a:endParaRPr lang="en-US" dirty="0"/>
          </a:p>
          <a:p>
            <a:r>
              <a:rPr lang="en-US" dirty="0"/>
              <a:t>var data = new[] {1,2,3};</a:t>
            </a:r>
          </a:p>
          <a:p>
            <a:r>
              <a:rPr lang="en-US" dirty="0"/>
              <a:t>bool none = </a:t>
            </a:r>
            <a:r>
              <a:rPr lang="en-US" dirty="0" err="1"/>
              <a:t>data.IsEmpty</a:t>
            </a:r>
            <a:r>
              <a:rPr lang="en-US" dirty="0"/>
              <a:t>;                 // instance-style</a:t>
            </a:r>
          </a:p>
          <a:p>
            <a:r>
              <a:rPr lang="en-US" dirty="0"/>
              <a:t>var both = </a:t>
            </a:r>
            <a:r>
              <a:rPr lang="en-US" dirty="0" err="1"/>
              <a:t>IEnumerable</a:t>
            </a:r>
            <a:r>
              <a:rPr lang="en-US" dirty="0"/>
              <a:t>&lt;int&gt;.Combine(data, new[]{4}); // static-style</a:t>
            </a:r>
          </a:p>
          <a:p>
            <a:r>
              <a:rPr lang="en-US" dirty="0"/>
              <a:t>This cleans up years of “clever” patterns. Treating helpers as real members (including static) is a massive win for clarity and discoverability. Extension member resolution at a glance</a:t>
            </a:r>
          </a:p>
          <a:p>
            <a:endParaRPr lang="en-US" dirty="0"/>
          </a:p>
          <a:p>
            <a:r>
              <a:rPr lang="en-US" dirty="0"/>
              <a:t>Extension blocks participate in member lookup in a well-defined order. Instance extension members act like instance members on the receiver type; static extension members act like they’re declared on the type itself.</a:t>
            </a:r>
          </a:p>
        </p:txBody>
      </p:sp>
      <p:pic>
        <p:nvPicPr>
          <p:cNvPr id="1030" name="Picture 6">
            <a:extLst>
              <a:ext uri="{FF2B5EF4-FFF2-40B4-BE49-F238E27FC236}">
                <a16:creationId xmlns:a16="http://schemas.microsoft.com/office/drawing/2014/main" id="{D33637BB-8C5E-CBFF-B45F-B7153B7021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0" y="4633913"/>
            <a:ext cx="6667500" cy="1019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4316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7C641-C6A5-9D57-7350-428F2D50696C}"/>
              </a:ext>
            </a:extLst>
          </p:cNvPr>
          <p:cNvSpPr>
            <a:spLocks noGrp="1"/>
          </p:cNvSpPr>
          <p:nvPr>
            <p:ph type="title"/>
          </p:nvPr>
        </p:nvSpPr>
        <p:spPr/>
        <p:txBody>
          <a:bodyPr/>
          <a:lstStyle/>
          <a:p>
            <a:r>
              <a:rPr lang="en-US" dirty="0"/>
              <a:t>C# 14</a:t>
            </a:r>
          </a:p>
        </p:txBody>
      </p:sp>
      <p:sp>
        <p:nvSpPr>
          <p:cNvPr id="3" name="Slide Number Placeholder 2">
            <a:extLst>
              <a:ext uri="{FF2B5EF4-FFF2-40B4-BE49-F238E27FC236}">
                <a16:creationId xmlns:a16="http://schemas.microsoft.com/office/drawing/2014/main" id="{BAA1D6C0-3ED5-84A1-48DF-699A0A90CFF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6</a:t>
            </a:fld>
            <a:endParaRPr lang="en-RU" dirty="0"/>
          </a:p>
        </p:txBody>
      </p:sp>
      <p:sp>
        <p:nvSpPr>
          <p:cNvPr id="4" name="Content Placeholder 3">
            <a:extLst>
              <a:ext uri="{FF2B5EF4-FFF2-40B4-BE49-F238E27FC236}">
                <a16:creationId xmlns:a16="http://schemas.microsoft.com/office/drawing/2014/main" id="{1721B4C3-29DB-B165-8B88-920965A51EA0}"/>
              </a:ext>
            </a:extLst>
          </p:cNvPr>
          <p:cNvSpPr>
            <a:spLocks noGrp="1"/>
          </p:cNvSpPr>
          <p:nvPr>
            <p:ph sz="quarter" idx="10"/>
          </p:nvPr>
        </p:nvSpPr>
        <p:spPr/>
        <p:txBody>
          <a:bodyPr/>
          <a:lstStyle/>
          <a:p>
            <a:r>
              <a:rPr lang="en-US" dirty="0"/>
              <a:t>Null-conditional assignment</a:t>
            </a:r>
          </a:p>
          <a:p>
            <a:r>
              <a:rPr lang="en-US" dirty="0"/>
              <a:t>The null-conditional operators ?. and ?[] now work on the left side of = (and compound assignments). The RHS is only evaluated when the LHS isn’t null.</a:t>
            </a:r>
          </a:p>
          <a:p>
            <a:endParaRPr lang="en-US" dirty="0"/>
          </a:p>
          <a:p>
            <a:r>
              <a:rPr lang="en-US" dirty="0"/>
              <a:t>C#</a:t>
            </a:r>
          </a:p>
          <a:p>
            <a:r>
              <a:rPr lang="en-US" dirty="0"/>
              <a:t>Customer? customer = </a:t>
            </a:r>
            <a:r>
              <a:rPr lang="en-US" dirty="0" err="1"/>
              <a:t>TryGetCustomer</a:t>
            </a:r>
            <a:r>
              <a:rPr lang="en-US" dirty="0"/>
              <a:t>();</a:t>
            </a:r>
          </a:p>
          <a:p>
            <a:endParaRPr lang="en-US" dirty="0"/>
          </a:p>
          <a:p>
            <a:r>
              <a:rPr lang="en-US" dirty="0"/>
              <a:t>// Before</a:t>
            </a:r>
          </a:p>
          <a:p>
            <a:r>
              <a:rPr lang="en-US" dirty="0"/>
              <a:t>if (customer is not null)</a:t>
            </a:r>
          </a:p>
          <a:p>
            <a:r>
              <a:rPr lang="en-US" dirty="0"/>
              <a:t>{</a:t>
            </a:r>
          </a:p>
          <a:p>
            <a:r>
              <a:rPr lang="en-US" dirty="0" err="1"/>
              <a:t>customer.Order</a:t>
            </a:r>
            <a:r>
              <a:rPr lang="en-US" dirty="0"/>
              <a:t> = </a:t>
            </a:r>
            <a:r>
              <a:rPr lang="en-US" dirty="0" err="1"/>
              <a:t>GetCurrentOrder</a:t>
            </a:r>
            <a:r>
              <a:rPr lang="en-US" dirty="0"/>
              <a:t>();</a:t>
            </a:r>
          </a:p>
          <a:p>
            <a:r>
              <a:rPr lang="en-US" dirty="0"/>
              <a:t>}</a:t>
            </a:r>
          </a:p>
          <a:p>
            <a:endParaRPr lang="en-US" dirty="0"/>
          </a:p>
          <a:p>
            <a:r>
              <a:rPr lang="en-US" dirty="0"/>
              <a:t>// Now</a:t>
            </a:r>
          </a:p>
          <a:p>
            <a:r>
              <a:rPr lang="en-US" dirty="0" err="1"/>
              <a:t>customer?.Order</a:t>
            </a:r>
            <a:r>
              <a:rPr lang="en-US" dirty="0"/>
              <a:t> = </a:t>
            </a:r>
            <a:r>
              <a:rPr lang="en-US" dirty="0" err="1"/>
              <a:t>GetCurrentOrder</a:t>
            </a:r>
            <a:r>
              <a:rPr lang="en-US" dirty="0"/>
              <a:t>(); // Safe: RHS evaluated only if customer != null</a:t>
            </a:r>
          </a:p>
          <a:p>
            <a:r>
              <a:rPr lang="en-US" dirty="0"/>
              <a:t>orders?[</a:t>
            </a:r>
            <a:r>
              <a:rPr lang="en-US" dirty="0" err="1"/>
              <a:t>i</a:t>
            </a:r>
            <a:r>
              <a:rPr lang="en-US" dirty="0"/>
              <a:t>] += delta; // Compound assignment works; ++/-- still not allowed</a:t>
            </a:r>
          </a:p>
          <a:p>
            <a:r>
              <a:rPr lang="en-US" dirty="0"/>
              <a:t>Customer? customer = </a:t>
            </a:r>
            <a:r>
              <a:rPr lang="en-US" dirty="0" err="1"/>
              <a:t>TryGetCustomer</a:t>
            </a:r>
            <a:r>
              <a:rPr lang="en-US" dirty="0"/>
              <a:t>();</a:t>
            </a:r>
          </a:p>
          <a:p>
            <a:endParaRPr lang="en-US" dirty="0"/>
          </a:p>
          <a:p>
            <a:r>
              <a:rPr lang="en-US" dirty="0"/>
              <a:t>// Before</a:t>
            </a:r>
          </a:p>
          <a:p>
            <a:r>
              <a:rPr lang="en-US" dirty="0"/>
              <a:t>if (customer is not null)</a:t>
            </a:r>
          </a:p>
          <a:p>
            <a:r>
              <a:rPr lang="en-US" dirty="0"/>
              <a:t>{</a:t>
            </a:r>
          </a:p>
          <a:p>
            <a:r>
              <a:rPr lang="en-US" dirty="0"/>
              <a:t>    </a:t>
            </a:r>
            <a:r>
              <a:rPr lang="en-US" dirty="0" err="1"/>
              <a:t>customer.Order</a:t>
            </a:r>
            <a:r>
              <a:rPr lang="en-US" dirty="0"/>
              <a:t> = </a:t>
            </a:r>
            <a:r>
              <a:rPr lang="en-US" dirty="0" err="1"/>
              <a:t>GetCurrentOrder</a:t>
            </a:r>
            <a:r>
              <a:rPr lang="en-US" dirty="0"/>
              <a:t>();</a:t>
            </a:r>
          </a:p>
          <a:p>
            <a:r>
              <a:rPr lang="en-US" dirty="0"/>
              <a:t>}</a:t>
            </a:r>
          </a:p>
          <a:p>
            <a:endParaRPr lang="en-US" dirty="0"/>
          </a:p>
          <a:p>
            <a:r>
              <a:rPr lang="en-US" dirty="0"/>
              <a:t>// Now</a:t>
            </a:r>
          </a:p>
          <a:p>
            <a:r>
              <a:rPr lang="en-US" dirty="0" err="1"/>
              <a:t>customer?.Order</a:t>
            </a:r>
            <a:r>
              <a:rPr lang="en-US" dirty="0"/>
              <a:t> = </a:t>
            </a:r>
            <a:r>
              <a:rPr lang="en-US" dirty="0" err="1"/>
              <a:t>GetCurrentOrder</a:t>
            </a:r>
            <a:r>
              <a:rPr lang="en-US" dirty="0"/>
              <a:t>();        // Safe: RHS evaluated only if customer != null</a:t>
            </a:r>
          </a:p>
          <a:p>
            <a:r>
              <a:rPr lang="en-US" dirty="0"/>
              <a:t>orders?[</a:t>
            </a:r>
            <a:r>
              <a:rPr lang="en-US" dirty="0" err="1"/>
              <a:t>i</a:t>
            </a:r>
            <a:r>
              <a:rPr lang="en-US" dirty="0"/>
              <a:t>] += delta;                        // Compound assignment works; ++/-- still not allowed</a:t>
            </a:r>
          </a:p>
          <a:p>
            <a:r>
              <a:rPr lang="en-US" dirty="0"/>
              <a:t>See: Null-conditional assignment and conditional member access.</a:t>
            </a:r>
          </a:p>
        </p:txBody>
      </p:sp>
    </p:spTree>
    <p:extLst>
      <p:ext uri="{BB962C8B-B14F-4D97-AF65-F5344CB8AC3E}">
        <p14:creationId xmlns:p14="http://schemas.microsoft.com/office/powerpoint/2010/main" val="4260065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89DA4-BD0C-8FEE-ED64-47D2E7F646D8}"/>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0EF42794-97D4-C027-10B5-801C93650F6E}"/>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7</a:t>
            </a:fld>
            <a:endParaRPr lang="en-RU" dirty="0"/>
          </a:p>
        </p:txBody>
      </p:sp>
      <p:sp>
        <p:nvSpPr>
          <p:cNvPr id="4" name="Content Placeholder 3">
            <a:extLst>
              <a:ext uri="{FF2B5EF4-FFF2-40B4-BE49-F238E27FC236}">
                <a16:creationId xmlns:a16="http://schemas.microsoft.com/office/drawing/2014/main" id="{510C766A-E256-2F9D-0FE5-A4A656CABDF8}"/>
              </a:ext>
            </a:extLst>
          </p:cNvPr>
          <p:cNvSpPr>
            <a:spLocks noGrp="1"/>
          </p:cNvSpPr>
          <p:nvPr>
            <p:ph sz="quarter" idx="10"/>
          </p:nvPr>
        </p:nvSpPr>
        <p:spPr/>
        <p:txBody>
          <a:bodyPr/>
          <a:lstStyle/>
          <a:p>
            <a:r>
              <a:rPr lang="en-US" dirty="0" err="1"/>
              <a:t>nameof</a:t>
            </a:r>
            <a:r>
              <a:rPr lang="en-US" dirty="0"/>
              <a:t> supports unbound generics</a:t>
            </a:r>
          </a:p>
          <a:p>
            <a:r>
              <a:rPr lang="en-US" dirty="0"/>
              <a:t>You can pass an unbound generic type to </a:t>
            </a:r>
            <a:r>
              <a:rPr lang="en-US" dirty="0" err="1"/>
              <a:t>nameof</a:t>
            </a:r>
            <a:r>
              <a:rPr lang="en-US" dirty="0"/>
              <a:t>. Great for diagnostics, analyzers, and source generators.</a:t>
            </a:r>
          </a:p>
          <a:p>
            <a:endParaRPr lang="en-US" dirty="0"/>
          </a:p>
          <a:p>
            <a:r>
              <a:rPr lang="en-US" dirty="0"/>
              <a:t>C#</a:t>
            </a:r>
          </a:p>
          <a:p>
            <a:r>
              <a:rPr lang="en-US" dirty="0" err="1"/>
              <a:t>Console.WriteLine</a:t>
            </a:r>
            <a:r>
              <a:rPr lang="en-US" dirty="0"/>
              <a:t>(</a:t>
            </a:r>
            <a:r>
              <a:rPr lang="en-US" dirty="0" err="1"/>
              <a:t>nameof</a:t>
            </a:r>
            <a:r>
              <a:rPr lang="en-US" dirty="0"/>
              <a:t>(List&lt;&gt;)); // "List"</a:t>
            </a:r>
          </a:p>
          <a:p>
            <a:r>
              <a:rPr lang="en-US" dirty="0" err="1"/>
              <a:t>Console.WriteLine</a:t>
            </a:r>
            <a:r>
              <a:rPr lang="en-US" dirty="0"/>
              <a:t>(</a:t>
            </a:r>
            <a:r>
              <a:rPr lang="en-US" dirty="0" err="1"/>
              <a:t>nameof</a:t>
            </a:r>
            <a:r>
              <a:rPr lang="en-US" dirty="0"/>
              <a:t>(Dictionary&lt;,&gt;)); // "Dictionary"</a:t>
            </a:r>
          </a:p>
          <a:p>
            <a:r>
              <a:rPr lang="en-US" dirty="0" err="1"/>
              <a:t>Console.WriteLine</a:t>
            </a:r>
            <a:r>
              <a:rPr lang="en-US" dirty="0"/>
              <a:t>(</a:t>
            </a:r>
            <a:r>
              <a:rPr lang="en-US" dirty="0" err="1"/>
              <a:t>nameof</a:t>
            </a:r>
            <a:r>
              <a:rPr lang="en-US" dirty="0"/>
              <a:t>(List&lt;&gt;));  // "List"</a:t>
            </a:r>
          </a:p>
          <a:p>
            <a:r>
              <a:rPr lang="en-US" dirty="0" err="1"/>
              <a:t>Console.WriteLine</a:t>
            </a:r>
            <a:r>
              <a:rPr lang="en-US" dirty="0"/>
              <a:t>(</a:t>
            </a:r>
            <a:r>
              <a:rPr lang="en-US" dirty="0" err="1"/>
              <a:t>nameof</a:t>
            </a:r>
            <a:r>
              <a:rPr lang="en-US" dirty="0"/>
              <a:t>(Dictionary&lt;,&gt;));  // "Dictionary"</a:t>
            </a:r>
          </a:p>
        </p:txBody>
      </p:sp>
    </p:spTree>
    <p:extLst>
      <p:ext uri="{BB962C8B-B14F-4D97-AF65-F5344CB8AC3E}">
        <p14:creationId xmlns:p14="http://schemas.microsoft.com/office/powerpoint/2010/main" val="21377273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4884B6-D294-0F38-D872-52E32AF3548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2BE2B9CF-0D9A-1451-A02C-B380CEDD1FF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8</a:t>
            </a:fld>
            <a:endParaRPr lang="en-RU" dirty="0"/>
          </a:p>
        </p:txBody>
      </p:sp>
      <p:sp>
        <p:nvSpPr>
          <p:cNvPr id="4" name="Content Placeholder 3">
            <a:extLst>
              <a:ext uri="{FF2B5EF4-FFF2-40B4-BE49-F238E27FC236}">
                <a16:creationId xmlns:a16="http://schemas.microsoft.com/office/drawing/2014/main" id="{E78F1E6A-EC39-924A-DF3A-84C47B1BFF5A}"/>
              </a:ext>
            </a:extLst>
          </p:cNvPr>
          <p:cNvSpPr>
            <a:spLocks noGrp="1"/>
          </p:cNvSpPr>
          <p:nvPr>
            <p:ph sz="quarter" idx="10"/>
          </p:nvPr>
        </p:nvSpPr>
        <p:spPr/>
        <p:txBody>
          <a:bodyPr/>
          <a:lstStyle/>
          <a:p>
            <a:r>
              <a:rPr lang="en-US" dirty="0"/>
              <a:t>First-class Span&lt;T&gt; conversions</a:t>
            </a:r>
          </a:p>
          <a:p>
            <a:r>
              <a:rPr lang="en-US" dirty="0"/>
              <a:t>C# recognizes common conversions among </a:t>
            </a:r>
            <a:r>
              <a:rPr lang="en-US" dirty="0" err="1"/>
              <a:t>ReadOnlySpan</a:t>
            </a:r>
            <a:r>
              <a:rPr lang="en-US" dirty="0"/>
              <a:t>&lt;T&gt;, Span&lt;T&gt;, and T[] so your intent is clear and the compiler helps with inference.</a:t>
            </a:r>
          </a:p>
          <a:p>
            <a:endParaRPr lang="en-US" dirty="0"/>
          </a:p>
          <a:p>
            <a:r>
              <a:rPr lang="en-US" dirty="0"/>
              <a:t>The compiler recognizes common conversions (T[] → Span&lt;T&gt;, string → </a:t>
            </a:r>
            <a:r>
              <a:rPr lang="en-US" dirty="0" err="1"/>
              <a:t>ReadOnlySpan</a:t>
            </a:r>
            <a:r>
              <a:rPr lang="en-US" dirty="0"/>
              <a:t>&lt;char&gt;, etc.) and lets those compose with user-defined generics. This reduces the need for explicit .</a:t>
            </a:r>
            <a:r>
              <a:rPr lang="en-US" dirty="0" err="1"/>
              <a:t>AsSpan</a:t>
            </a:r>
            <a:r>
              <a:rPr lang="en-US" dirty="0"/>
              <a:t>() calls and improves overload resolution.</a:t>
            </a:r>
          </a:p>
          <a:p>
            <a:endParaRPr lang="en-US" dirty="0"/>
          </a:p>
          <a:p>
            <a:r>
              <a:rPr lang="en-US" dirty="0"/>
              <a:t>C#</a:t>
            </a:r>
          </a:p>
          <a:p>
            <a:r>
              <a:rPr lang="en-US" dirty="0"/>
              <a:t>void Print(</a:t>
            </a:r>
            <a:r>
              <a:rPr lang="en-US" dirty="0" err="1"/>
              <a:t>ReadOnlySpan</a:t>
            </a:r>
            <a:r>
              <a:rPr lang="en-US" dirty="0"/>
              <a:t>&lt;char&gt; text)</a:t>
            </a:r>
          </a:p>
          <a:p>
            <a:r>
              <a:rPr lang="en-US" dirty="0"/>
              <a:t>{</a:t>
            </a:r>
          </a:p>
          <a:p>
            <a:r>
              <a:rPr lang="en-US" dirty="0"/>
              <a:t>foreach (var </a:t>
            </a:r>
            <a:r>
              <a:rPr lang="en-US" dirty="0" err="1"/>
              <a:t>ch</a:t>
            </a:r>
            <a:r>
              <a:rPr lang="en-US" dirty="0"/>
              <a:t> in text) </a:t>
            </a:r>
            <a:r>
              <a:rPr lang="en-US" dirty="0" err="1"/>
              <a:t>Console.Write</a:t>
            </a:r>
            <a:r>
              <a:rPr lang="en-US" dirty="0"/>
              <a:t>(</a:t>
            </a:r>
            <a:r>
              <a:rPr lang="en-US" dirty="0" err="1"/>
              <a:t>ch</a:t>
            </a:r>
            <a:r>
              <a:rPr lang="en-US" dirty="0"/>
              <a:t>);</a:t>
            </a:r>
          </a:p>
          <a:p>
            <a:r>
              <a:rPr lang="en-US" dirty="0"/>
              <a:t>}</a:t>
            </a:r>
          </a:p>
          <a:p>
            <a:endParaRPr lang="en-US" dirty="0"/>
          </a:p>
          <a:p>
            <a:r>
              <a:rPr lang="en-US" dirty="0"/>
              <a:t>string s = "hello";</a:t>
            </a:r>
          </a:p>
          <a:p>
            <a:r>
              <a:rPr lang="en-US" dirty="0"/>
              <a:t>char[] buffer = ['</a:t>
            </a:r>
            <a:r>
              <a:rPr lang="en-US" dirty="0" err="1"/>
              <a:t>w','o','r','l','d</a:t>
            </a:r>
            <a:r>
              <a:rPr lang="en-US" dirty="0"/>
              <a:t>'];</a:t>
            </a:r>
          </a:p>
          <a:p>
            <a:endParaRPr lang="en-US" dirty="0"/>
          </a:p>
          <a:p>
            <a:r>
              <a:rPr lang="en-US" dirty="0"/>
              <a:t>Print(s); // string -&gt; </a:t>
            </a:r>
            <a:r>
              <a:rPr lang="en-US" dirty="0" err="1"/>
              <a:t>ReadOnlySpan</a:t>
            </a:r>
            <a:r>
              <a:rPr lang="en-US" dirty="0"/>
              <a:t>&lt;char&gt;</a:t>
            </a:r>
          </a:p>
          <a:p>
            <a:r>
              <a:rPr lang="en-US" dirty="0"/>
              <a:t>Print(buffer); // char[] -&gt; </a:t>
            </a:r>
            <a:r>
              <a:rPr lang="en-US" dirty="0" err="1"/>
              <a:t>ReadOnlySpan</a:t>
            </a:r>
            <a:r>
              <a:rPr lang="en-US" dirty="0"/>
              <a:t>&lt;char&gt;</a:t>
            </a:r>
          </a:p>
          <a:p>
            <a:endParaRPr lang="en-US" dirty="0"/>
          </a:p>
          <a:p>
            <a:r>
              <a:rPr lang="en-US" dirty="0"/>
              <a:t>void Mutate(Span&lt;int&gt; span) { span[0] = 42; }</a:t>
            </a:r>
          </a:p>
          <a:p>
            <a:r>
              <a:rPr lang="en-US" dirty="0"/>
              <a:t>Mutate(buffer: new int[]{1,2,3}); // array -&gt; Span&lt;int&gt;</a:t>
            </a:r>
          </a:p>
          <a:p>
            <a:r>
              <a:rPr lang="en-US" dirty="0"/>
              <a:t>void Print(</a:t>
            </a:r>
            <a:r>
              <a:rPr lang="en-US" dirty="0" err="1"/>
              <a:t>ReadOnlySpan</a:t>
            </a:r>
            <a:r>
              <a:rPr lang="en-US" dirty="0"/>
              <a:t>&lt;char&gt; text)</a:t>
            </a:r>
          </a:p>
          <a:p>
            <a:r>
              <a:rPr lang="en-US" dirty="0"/>
              <a:t>{</a:t>
            </a:r>
          </a:p>
          <a:p>
            <a:r>
              <a:rPr lang="en-US" dirty="0"/>
              <a:t>    foreach (var </a:t>
            </a:r>
            <a:r>
              <a:rPr lang="en-US" dirty="0" err="1"/>
              <a:t>ch</a:t>
            </a:r>
            <a:r>
              <a:rPr lang="en-US" dirty="0"/>
              <a:t> in text) </a:t>
            </a:r>
            <a:r>
              <a:rPr lang="en-US" dirty="0" err="1"/>
              <a:t>Console.Write</a:t>
            </a:r>
            <a:r>
              <a:rPr lang="en-US" dirty="0"/>
              <a:t>(</a:t>
            </a:r>
            <a:r>
              <a:rPr lang="en-US" dirty="0" err="1"/>
              <a:t>ch</a:t>
            </a:r>
            <a:r>
              <a:rPr lang="en-US" dirty="0"/>
              <a:t>);</a:t>
            </a:r>
          </a:p>
          <a:p>
            <a:r>
              <a:rPr lang="en-US" dirty="0"/>
              <a:t>}</a:t>
            </a:r>
          </a:p>
          <a:p>
            <a:endParaRPr lang="en-US" dirty="0"/>
          </a:p>
          <a:p>
            <a:r>
              <a:rPr lang="en-US" dirty="0"/>
              <a:t>string s = "hello";</a:t>
            </a:r>
          </a:p>
          <a:p>
            <a:r>
              <a:rPr lang="en-US" dirty="0"/>
              <a:t>char[] buffer = ['</a:t>
            </a:r>
            <a:r>
              <a:rPr lang="en-US" dirty="0" err="1"/>
              <a:t>w','o','r','l','d</a:t>
            </a:r>
            <a:r>
              <a:rPr lang="en-US" dirty="0"/>
              <a:t>'];</a:t>
            </a:r>
          </a:p>
          <a:p>
            <a:endParaRPr lang="en-US" dirty="0"/>
          </a:p>
          <a:p>
            <a:r>
              <a:rPr lang="en-US" dirty="0"/>
              <a:t>Print(s);        // string -&gt; </a:t>
            </a:r>
            <a:r>
              <a:rPr lang="en-US" dirty="0" err="1"/>
              <a:t>ReadOnlySpan</a:t>
            </a:r>
            <a:r>
              <a:rPr lang="en-US" dirty="0"/>
              <a:t>&lt;char&gt;</a:t>
            </a:r>
          </a:p>
          <a:p>
            <a:r>
              <a:rPr lang="en-US" dirty="0"/>
              <a:t>Print(buffer);   // char[] -&gt; </a:t>
            </a:r>
            <a:r>
              <a:rPr lang="en-US" dirty="0" err="1"/>
              <a:t>ReadOnlySpan</a:t>
            </a:r>
            <a:r>
              <a:rPr lang="en-US" dirty="0"/>
              <a:t>&lt;char&gt;</a:t>
            </a:r>
          </a:p>
          <a:p>
            <a:endParaRPr lang="en-US" dirty="0"/>
          </a:p>
          <a:p>
            <a:r>
              <a:rPr lang="en-US" dirty="0"/>
              <a:t>void Mutate(Span&lt;int&gt; span) { span[0] = 42; }</a:t>
            </a:r>
          </a:p>
          <a:p>
            <a:r>
              <a:rPr lang="en-US" dirty="0"/>
              <a:t>Mutate(buffer: new int[]{1,2,3});  // array -&gt; Span&lt;int&gt;</a:t>
            </a:r>
          </a:p>
          <a:p>
            <a:r>
              <a:rPr lang="en-US" dirty="0"/>
              <a:t>See: Implicit span conversions and the feature spec.</a:t>
            </a:r>
          </a:p>
        </p:txBody>
      </p:sp>
    </p:spTree>
    <p:extLst>
      <p:ext uri="{BB962C8B-B14F-4D97-AF65-F5344CB8AC3E}">
        <p14:creationId xmlns:p14="http://schemas.microsoft.com/office/powerpoint/2010/main" val="2661210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64937-BDF0-C5D7-768F-4625B4286AD3}"/>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6C57CD5F-1EA3-70A7-3817-4ED49B25C0CB}"/>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9</a:t>
            </a:fld>
            <a:endParaRPr lang="en-RU" dirty="0"/>
          </a:p>
        </p:txBody>
      </p:sp>
      <p:sp>
        <p:nvSpPr>
          <p:cNvPr id="4" name="Content Placeholder 3">
            <a:extLst>
              <a:ext uri="{FF2B5EF4-FFF2-40B4-BE49-F238E27FC236}">
                <a16:creationId xmlns:a16="http://schemas.microsoft.com/office/drawing/2014/main" id="{EDC34AFA-B866-4FFA-3A76-D78EFBF91488}"/>
              </a:ext>
            </a:extLst>
          </p:cNvPr>
          <p:cNvSpPr>
            <a:spLocks noGrp="1"/>
          </p:cNvSpPr>
          <p:nvPr>
            <p:ph sz="quarter" idx="10"/>
          </p:nvPr>
        </p:nvSpPr>
        <p:spPr/>
        <p:txBody>
          <a:bodyPr/>
          <a:lstStyle/>
          <a:p>
            <a:r>
              <a:rPr lang="en-US" dirty="0"/>
              <a:t>Modifiers on simple lambda parameters</a:t>
            </a:r>
          </a:p>
          <a:p>
            <a:r>
              <a:rPr lang="en-US" dirty="0"/>
              <a:t>You can add out, ref, in, scoped, or ref </a:t>
            </a:r>
            <a:r>
              <a:rPr lang="en-US" dirty="0" err="1"/>
              <a:t>readonly</a:t>
            </a:r>
            <a:r>
              <a:rPr lang="en-US" dirty="0"/>
              <a:t> to simple lambda parameters without specifying types.</a:t>
            </a:r>
          </a:p>
          <a:p>
            <a:endParaRPr lang="en-US" dirty="0"/>
          </a:p>
          <a:p>
            <a:r>
              <a:rPr lang="en-US" dirty="0"/>
              <a:t>C#</a:t>
            </a:r>
          </a:p>
          <a:p>
            <a:r>
              <a:rPr lang="en-US" dirty="0"/>
              <a:t>delegate bool </a:t>
            </a:r>
            <a:r>
              <a:rPr lang="en-US" dirty="0" err="1"/>
              <a:t>TryParse</a:t>
            </a:r>
            <a:r>
              <a:rPr lang="en-US" dirty="0"/>
              <a:t>&lt;T&gt;(string text, out T result);</a:t>
            </a:r>
          </a:p>
          <a:p>
            <a:endParaRPr lang="en-US" dirty="0"/>
          </a:p>
          <a:p>
            <a:r>
              <a:rPr lang="en-US" dirty="0" err="1"/>
              <a:t>TryParse</a:t>
            </a:r>
            <a:r>
              <a:rPr lang="en-US" dirty="0"/>
              <a:t>&lt;int&gt; parse = (text, out result) =&gt; </a:t>
            </a:r>
            <a:r>
              <a:rPr lang="en-US" dirty="0" err="1"/>
              <a:t>int.TryParse</a:t>
            </a:r>
            <a:r>
              <a:rPr lang="en-US" dirty="0"/>
              <a:t>(text, out result);</a:t>
            </a:r>
          </a:p>
          <a:p>
            <a:r>
              <a:rPr lang="en-US" dirty="0" err="1"/>
              <a:t>Console.WriteLine</a:t>
            </a:r>
            <a:r>
              <a:rPr lang="en-US" dirty="0"/>
              <a:t>(parse("123", out var value) ? value : -1);</a:t>
            </a:r>
          </a:p>
          <a:p>
            <a:r>
              <a:rPr lang="en-US" dirty="0"/>
              <a:t>delegate bool </a:t>
            </a:r>
            <a:r>
              <a:rPr lang="en-US" dirty="0" err="1"/>
              <a:t>TryParse</a:t>
            </a:r>
            <a:r>
              <a:rPr lang="en-US" dirty="0"/>
              <a:t>&lt;T&gt;(string text, out T result);</a:t>
            </a:r>
          </a:p>
          <a:p>
            <a:endParaRPr lang="en-US" dirty="0"/>
          </a:p>
          <a:p>
            <a:r>
              <a:rPr lang="en-US" dirty="0" err="1"/>
              <a:t>TryParse</a:t>
            </a:r>
            <a:r>
              <a:rPr lang="en-US" dirty="0"/>
              <a:t>&lt;int&gt; parse = (text, out result) =&gt; </a:t>
            </a:r>
            <a:r>
              <a:rPr lang="en-US" dirty="0" err="1"/>
              <a:t>int.TryParse</a:t>
            </a:r>
            <a:r>
              <a:rPr lang="en-US" dirty="0"/>
              <a:t>(text, out result);</a:t>
            </a:r>
          </a:p>
          <a:p>
            <a:r>
              <a:rPr lang="en-US" dirty="0" err="1"/>
              <a:t>Console.WriteLine</a:t>
            </a:r>
            <a:r>
              <a:rPr lang="en-US" dirty="0"/>
              <a:t>(parse("123", out var value) ? value : -1);</a:t>
            </a:r>
          </a:p>
          <a:p>
            <a:r>
              <a:rPr lang="en-US" dirty="0"/>
              <a:t>See: C# 14 summary and lambda parameters.</a:t>
            </a:r>
          </a:p>
        </p:txBody>
      </p:sp>
    </p:spTree>
    <p:extLst>
      <p:ext uri="{BB962C8B-B14F-4D97-AF65-F5344CB8AC3E}">
        <p14:creationId xmlns:p14="http://schemas.microsoft.com/office/powerpoint/2010/main" val="16247423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67EE8-3B91-DCD2-D69D-838CF1021BFD}"/>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95ECED72-A359-EB62-DC84-B0D2EF53331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10</a:t>
            </a:fld>
            <a:endParaRPr lang="en-RU" dirty="0"/>
          </a:p>
        </p:txBody>
      </p:sp>
      <p:sp>
        <p:nvSpPr>
          <p:cNvPr id="4" name="Content Placeholder 3">
            <a:extLst>
              <a:ext uri="{FF2B5EF4-FFF2-40B4-BE49-F238E27FC236}">
                <a16:creationId xmlns:a16="http://schemas.microsoft.com/office/drawing/2014/main" id="{A78119D5-CC84-D98C-F8BD-3670B966A820}"/>
              </a:ext>
            </a:extLst>
          </p:cNvPr>
          <p:cNvSpPr>
            <a:spLocks noGrp="1"/>
          </p:cNvSpPr>
          <p:nvPr>
            <p:ph sz="quarter" idx="10"/>
          </p:nvPr>
        </p:nvSpPr>
        <p:spPr/>
        <p:txBody>
          <a:bodyPr/>
          <a:lstStyle/>
          <a:p>
            <a:r>
              <a:rPr lang="en-US" dirty="0"/>
              <a:t>field-backed properties</a:t>
            </a:r>
          </a:p>
          <a:p>
            <a:r>
              <a:rPr lang="en-US" dirty="0"/>
              <a:t>Write an accessor body that uses the compiler-synthesized backing field—no explicit private field required.</a:t>
            </a:r>
          </a:p>
          <a:p>
            <a:endParaRPr lang="en-US" dirty="0"/>
          </a:p>
          <a:p>
            <a:r>
              <a:rPr lang="en-US" dirty="0"/>
              <a:t>C#</a:t>
            </a:r>
          </a:p>
          <a:p>
            <a:r>
              <a:rPr lang="en-US" dirty="0"/>
              <a:t>public string Message</a:t>
            </a:r>
          </a:p>
          <a:p>
            <a:r>
              <a:rPr lang="en-US" dirty="0"/>
              <a:t>{</a:t>
            </a:r>
          </a:p>
          <a:p>
            <a:r>
              <a:rPr lang="en-US" dirty="0"/>
              <a:t>get;</a:t>
            </a:r>
          </a:p>
          <a:p>
            <a:r>
              <a:rPr lang="en-US" dirty="0"/>
              <a:t>set =&gt; field = value ?? throw new </a:t>
            </a:r>
            <a:r>
              <a:rPr lang="en-US" dirty="0" err="1"/>
              <a:t>ArgumentNullException</a:t>
            </a:r>
            <a:r>
              <a:rPr lang="en-US" dirty="0"/>
              <a:t>(</a:t>
            </a:r>
            <a:r>
              <a:rPr lang="en-US" dirty="0" err="1"/>
              <a:t>nameof</a:t>
            </a:r>
            <a:r>
              <a:rPr lang="en-US" dirty="0"/>
              <a:t>(value));</a:t>
            </a:r>
          </a:p>
          <a:p>
            <a:r>
              <a:rPr lang="en-US" dirty="0"/>
              <a:t>}</a:t>
            </a:r>
          </a:p>
          <a:p>
            <a:endParaRPr lang="en-US" dirty="0"/>
          </a:p>
          <a:p>
            <a:r>
              <a:rPr lang="en-US" dirty="0"/>
              <a:t>public int Count</a:t>
            </a:r>
          </a:p>
          <a:p>
            <a:r>
              <a:rPr lang="en-US" dirty="0"/>
              <a:t>{</a:t>
            </a:r>
          </a:p>
          <a:p>
            <a:r>
              <a:rPr lang="en-US" dirty="0"/>
              <a:t>get =&gt; field;</a:t>
            </a:r>
          </a:p>
          <a:p>
            <a:r>
              <a:rPr lang="en-US" dirty="0"/>
              <a:t>private set =&gt; field = </a:t>
            </a:r>
            <a:r>
              <a:rPr lang="en-US" dirty="0" err="1"/>
              <a:t>Math.Max</a:t>
            </a:r>
            <a:r>
              <a:rPr lang="en-US" dirty="0"/>
              <a:t>(0, value);</a:t>
            </a:r>
          </a:p>
          <a:p>
            <a:r>
              <a:rPr lang="en-US" dirty="0"/>
              <a:t>}</a:t>
            </a:r>
          </a:p>
          <a:p>
            <a:r>
              <a:rPr lang="en-US" dirty="0"/>
              <a:t>public string Message</a:t>
            </a:r>
          </a:p>
          <a:p>
            <a:r>
              <a:rPr lang="en-US" dirty="0"/>
              <a:t>{</a:t>
            </a:r>
          </a:p>
          <a:p>
            <a:r>
              <a:rPr lang="en-US" dirty="0"/>
              <a:t>    get;</a:t>
            </a:r>
          </a:p>
          <a:p>
            <a:r>
              <a:rPr lang="en-US" dirty="0"/>
              <a:t>    set =&gt; field = value ?? throw new </a:t>
            </a:r>
            <a:r>
              <a:rPr lang="en-US" dirty="0" err="1"/>
              <a:t>ArgumentNullException</a:t>
            </a:r>
            <a:r>
              <a:rPr lang="en-US" dirty="0"/>
              <a:t>(</a:t>
            </a:r>
            <a:r>
              <a:rPr lang="en-US" dirty="0" err="1"/>
              <a:t>nameof</a:t>
            </a:r>
            <a:r>
              <a:rPr lang="en-US" dirty="0"/>
              <a:t>(value));</a:t>
            </a:r>
          </a:p>
          <a:p>
            <a:r>
              <a:rPr lang="en-US" dirty="0"/>
              <a:t>}</a:t>
            </a:r>
          </a:p>
          <a:p>
            <a:endParaRPr lang="en-US" dirty="0"/>
          </a:p>
          <a:p>
            <a:r>
              <a:rPr lang="en-US" dirty="0"/>
              <a:t>public int Count</a:t>
            </a:r>
          </a:p>
          <a:p>
            <a:r>
              <a:rPr lang="en-US" dirty="0"/>
              <a:t>{</a:t>
            </a:r>
          </a:p>
          <a:p>
            <a:r>
              <a:rPr lang="en-US" dirty="0"/>
              <a:t>    get =&gt; field;</a:t>
            </a:r>
          </a:p>
          <a:p>
            <a:r>
              <a:rPr lang="en-US" dirty="0"/>
              <a:t>    private set =&gt; field = </a:t>
            </a:r>
            <a:r>
              <a:rPr lang="en-US" dirty="0" err="1"/>
              <a:t>Math.Max</a:t>
            </a:r>
            <a:r>
              <a:rPr lang="en-US" dirty="0"/>
              <a:t>(0, value);</a:t>
            </a:r>
          </a:p>
          <a:p>
            <a:r>
              <a:rPr lang="en-US" dirty="0"/>
              <a:t>}</a:t>
            </a:r>
          </a:p>
          <a:p>
            <a:r>
              <a:rPr lang="en-US" dirty="0"/>
              <a:t>Caveat: If your type already has a member named field, use @field or </a:t>
            </a:r>
            <a:r>
              <a:rPr lang="en-US" dirty="0" err="1"/>
              <a:t>this.field</a:t>
            </a:r>
            <a:r>
              <a:rPr lang="en-US" dirty="0"/>
              <a:t> in the accessor to disambiguate.</a:t>
            </a:r>
          </a:p>
          <a:p>
            <a:endParaRPr lang="en-US" dirty="0"/>
          </a:p>
          <a:p>
            <a:r>
              <a:rPr lang="en-US" dirty="0"/>
              <a:t>See: field keyword and reference.</a:t>
            </a:r>
          </a:p>
        </p:txBody>
      </p:sp>
    </p:spTree>
    <p:extLst>
      <p:ext uri="{BB962C8B-B14F-4D97-AF65-F5344CB8AC3E}">
        <p14:creationId xmlns:p14="http://schemas.microsoft.com/office/powerpoint/2010/main" val="33151162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C9350-2FCC-7279-CA48-63421CF01063}"/>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317E3A44-0699-B15F-042D-B391A9402A76}"/>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11</a:t>
            </a:fld>
            <a:endParaRPr lang="en-RU" dirty="0"/>
          </a:p>
        </p:txBody>
      </p:sp>
      <p:sp>
        <p:nvSpPr>
          <p:cNvPr id="4" name="Content Placeholder 3">
            <a:extLst>
              <a:ext uri="{FF2B5EF4-FFF2-40B4-BE49-F238E27FC236}">
                <a16:creationId xmlns:a16="http://schemas.microsoft.com/office/drawing/2014/main" id="{3553119A-B83B-9BD8-F6C0-305A86963298}"/>
              </a:ext>
            </a:extLst>
          </p:cNvPr>
          <p:cNvSpPr>
            <a:spLocks noGrp="1"/>
          </p:cNvSpPr>
          <p:nvPr>
            <p:ph sz="quarter" idx="10"/>
          </p:nvPr>
        </p:nvSpPr>
        <p:spPr/>
        <p:txBody>
          <a:bodyPr/>
          <a:lstStyle/>
          <a:p>
            <a:r>
              <a:rPr lang="en-US" dirty="0"/>
              <a:t>More partial members: constructors and events</a:t>
            </a:r>
          </a:p>
          <a:p>
            <a:r>
              <a:rPr lang="en-US" dirty="0"/>
              <a:t>In addition to partial methods/properties, you can define partial constructors and events with defining and implementing declarations.</a:t>
            </a:r>
          </a:p>
          <a:p>
            <a:endParaRPr lang="en-US" dirty="0"/>
          </a:p>
          <a:p>
            <a:r>
              <a:rPr lang="en-US" dirty="0"/>
              <a:t>C#</a:t>
            </a:r>
          </a:p>
          <a:p>
            <a:r>
              <a:rPr lang="en-US" dirty="0"/>
              <a:t>public partial class Widget</a:t>
            </a:r>
          </a:p>
          <a:p>
            <a:r>
              <a:rPr lang="en-US" dirty="0"/>
              <a:t>{</a:t>
            </a:r>
          </a:p>
          <a:p>
            <a:r>
              <a:rPr lang="en-US" dirty="0"/>
              <a:t>// Defining declarations</a:t>
            </a:r>
          </a:p>
          <a:p>
            <a:r>
              <a:rPr lang="en-US" dirty="0"/>
              <a:t>public partial Widget(string name);</a:t>
            </a:r>
          </a:p>
          <a:p>
            <a:r>
              <a:rPr lang="en-US" dirty="0"/>
              <a:t>public partial event </a:t>
            </a:r>
            <a:r>
              <a:rPr lang="en-US" dirty="0" err="1"/>
              <a:t>EventHandler</a:t>
            </a:r>
            <a:r>
              <a:rPr lang="en-US" dirty="0"/>
              <a:t>? Started;</a:t>
            </a:r>
          </a:p>
          <a:p>
            <a:r>
              <a:rPr lang="en-US" dirty="0"/>
              <a:t>}</a:t>
            </a:r>
          </a:p>
          <a:p>
            <a:endParaRPr lang="en-US" dirty="0"/>
          </a:p>
          <a:p>
            <a:r>
              <a:rPr lang="en-US" dirty="0"/>
              <a:t>public partial class Widget</a:t>
            </a:r>
          </a:p>
          <a:p>
            <a:r>
              <a:rPr lang="en-US" dirty="0"/>
              <a:t>{</a:t>
            </a:r>
          </a:p>
          <a:p>
            <a:r>
              <a:rPr lang="en-US" dirty="0"/>
              <a:t>private string _name;</a:t>
            </a:r>
          </a:p>
          <a:p>
            <a:endParaRPr lang="en-US" dirty="0"/>
          </a:p>
          <a:p>
            <a:r>
              <a:rPr lang="en-US" dirty="0"/>
              <a:t>// Implementing declarations</a:t>
            </a:r>
          </a:p>
          <a:p>
            <a:r>
              <a:rPr lang="en-US" dirty="0"/>
              <a:t>public partial Widget(string name) : this()</a:t>
            </a:r>
          </a:p>
          <a:p>
            <a:r>
              <a:rPr lang="en-US" dirty="0"/>
              <a:t>{</a:t>
            </a:r>
          </a:p>
          <a:p>
            <a:r>
              <a:rPr lang="en-US" dirty="0"/>
              <a:t>_name = name ?? throw new </a:t>
            </a:r>
            <a:r>
              <a:rPr lang="en-US" dirty="0" err="1"/>
              <a:t>ArgumentNullException</a:t>
            </a:r>
            <a:r>
              <a:rPr lang="en-US" dirty="0"/>
              <a:t>(</a:t>
            </a:r>
            <a:r>
              <a:rPr lang="en-US" dirty="0" err="1"/>
              <a:t>nameof</a:t>
            </a:r>
            <a:r>
              <a:rPr lang="en-US" dirty="0"/>
              <a:t>(name));</a:t>
            </a:r>
          </a:p>
          <a:p>
            <a:r>
              <a:rPr lang="en-US" dirty="0"/>
              <a:t>}</a:t>
            </a:r>
          </a:p>
          <a:p>
            <a:endParaRPr lang="en-US" dirty="0"/>
          </a:p>
          <a:p>
            <a:r>
              <a:rPr lang="en-US" dirty="0"/>
              <a:t>public partial event </a:t>
            </a:r>
            <a:r>
              <a:rPr lang="en-US" dirty="0" err="1"/>
              <a:t>EventHandler</a:t>
            </a:r>
            <a:r>
              <a:rPr lang="en-US" dirty="0"/>
              <a:t>? Started</a:t>
            </a:r>
          </a:p>
          <a:p>
            <a:r>
              <a:rPr lang="en-US" dirty="0"/>
              <a:t>{</a:t>
            </a:r>
          </a:p>
          <a:p>
            <a:r>
              <a:rPr lang="en-US" dirty="0"/>
              <a:t>add { /* add logic */ }</a:t>
            </a:r>
          </a:p>
          <a:p>
            <a:r>
              <a:rPr lang="en-US" dirty="0"/>
              <a:t>remove { /* remove logic */ }</a:t>
            </a:r>
          </a:p>
          <a:p>
            <a:r>
              <a:rPr lang="en-US" dirty="0"/>
              <a:t>}</a:t>
            </a:r>
          </a:p>
          <a:p>
            <a:r>
              <a:rPr lang="en-US" dirty="0"/>
              <a:t>}</a:t>
            </a:r>
          </a:p>
          <a:p>
            <a:r>
              <a:rPr lang="en-US" dirty="0"/>
              <a:t>public partial class Widget</a:t>
            </a:r>
          </a:p>
          <a:p>
            <a:r>
              <a:rPr lang="en-US" dirty="0"/>
              <a:t>{</a:t>
            </a:r>
          </a:p>
          <a:p>
            <a:r>
              <a:rPr lang="en-US" dirty="0"/>
              <a:t>    // Defining declarations</a:t>
            </a:r>
          </a:p>
          <a:p>
            <a:r>
              <a:rPr lang="en-US" dirty="0"/>
              <a:t>    public partial Widget(string name);</a:t>
            </a:r>
          </a:p>
          <a:p>
            <a:r>
              <a:rPr lang="en-US" dirty="0"/>
              <a:t>    public partial event </a:t>
            </a:r>
            <a:r>
              <a:rPr lang="en-US" dirty="0" err="1"/>
              <a:t>EventHandler</a:t>
            </a:r>
            <a:r>
              <a:rPr lang="en-US" dirty="0"/>
              <a:t>? Started;</a:t>
            </a:r>
          </a:p>
          <a:p>
            <a:r>
              <a:rPr lang="en-US" dirty="0"/>
              <a:t>}</a:t>
            </a:r>
          </a:p>
          <a:p>
            <a:endParaRPr lang="en-US" dirty="0"/>
          </a:p>
          <a:p>
            <a:r>
              <a:rPr lang="en-US" dirty="0"/>
              <a:t>public partial class Widget</a:t>
            </a:r>
          </a:p>
          <a:p>
            <a:r>
              <a:rPr lang="en-US" dirty="0"/>
              <a:t>{</a:t>
            </a:r>
          </a:p>
          <a:p>
            <a:r>
              <a:rPr lang="en-US" dirty="0"/>
              <a:t>    private string _name;</a:t>
            </a:r>
          </a:p>
          <a:p>
            <a:endParaRPr lang="en-US" dirty="0"/>
          </a:p>
          <a:p>
            <a:r>
              <a:rPr lang="en-US" dirty="0"/>
              <a:t>    // Implementing declarations</a:t>
            </a:r>
          </a:p>
          <a:p>
            <a:r>
              <a:rPr lang="en-US" dirty="0"/>
              <a:t>    public partial Widget(string name) : this()</a:t>
            </a:r>
          </a:p>
          <a:p>
            <a:r>
              <a:rPr lang="en-US" dirty="0"/>
              <a:t>    {</a:t>
            </a:r>
          </a:p>
          <a:p>
            <a:r>
              <a:rPr lang="en-US" dirty="0"/>
              <a:t>        _name = name ?? throw new </a:t>
            </a:r>
            <a:r>
              <a:rPr lang="en-US" dirty="0" err="1"/>
              <a:t>ArgumentNullException</a:t>
            </a:r>
            <a:r>
              <a:rPr lang="en-US" dirty="0"/>
              <a:t>(</a:t>
            </a:r>
            <a:r>
              <a:rPr lang="en-US" dirty="0" err="1"/>
              <a:t>nameof</a:t>
            </a:r>
            <a:r>
              <a:rPr lang="en-US" dirty="0"/>
              <a:t>(name));</a:t>
            </a:r>
          </a:p>
          <a:p>
            <a:r>
              <a:rPr lang="en-US" dirty="0"/>
              <a:t>    }</a:t>
            </a:r>
          </a:p>
          <a:p>
            <a:endParaRPr lang="en-US" dirty="0"/>
          </a:p>
          <a:p>
            <a:r>
              <a:rPr lang="en-US" dirty="0"/>
              <a:t>    public partial event </a:t>
            </a:r>
            <a:r>
              <a:rPr lang="en-US" dirty="0" err="1"/>
              <a:t>EventHandler</a:t>
            </a:r>
            <a:r>
              <a:rPr lang="en-US" dirty="0"/>
              <a:t>? Started</a:t>
            </a:r>
          </a:p>
          <a:p>
            <a:r>
              <a:rPr lang="en-US" dirty="0"/>
              <a:t>    {</a:t>
            </a:r>
          </a:p>
          <a:p>
            <a:r>
              <a:rPr lang="en-US" dirty="0"/>
              <a:t>        add { /* add logic */ }</a:t>
            </a:r>
          </a:p>
          <a:p>
            <a:r>
              <a:rPr lang="en-US" dirty="0"/>
              <a:t>        remove { /* remove logic */ }</a:t>
            </a:r>
          </a:p>
          <a:p>
            <a:r>
              <a:rPr lang="en-US" dirty="0"/>
              <a:t>    }</a:t>
            </a:r>
          </a:p>
          <a:p>
            <a:r>
              <a:rPr lang="en-US" dirty="0"/>
              <a:t>}</a:t>
            </a:r>
          </a:p>
          <a:p>
            <a:r>
              <a:rPr lang="en-US" dirty="0"/>
              <a:t>See: More partial members and partial members.</a:t>
            </a:r>
          </a:p>
        </p:txBody>
      </p:sp>
    </p:spTree>
    <p:extLst>
      <p:ext uri="{BB962C8B-B14F-4D97-AF65-F5344CB8AC3E}">
        <p14:creationId xmlns:p14="http://schemas.microsoft.com/office/powerpoint/2010/main" val="40786334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1DA43-265E-786D-BFB3-A11BBF197CDF}"/>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A45D68E3-7D69-4742-D1E0-AFDFB696454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12</a:t>
            </a:fld>
            <a:endParaRPr lang="en-RU" dirty="0"/>
          </a:p>
        </p:txBody>
      </p:sp>
      <p:sp>
        <p:nvSpPr>
          <p:cNvPr id="4" name="Content Placeholder 3">
            <a:extLst>
              <a:ext uri="{FF2B5EF4-FFF2-40B4-BE49-F238E27FC236}">
                <a16:creationId xmlns:a16="http://schemas.microsoft.com/office/drawing/2014/main" id="{4AF1F2BF-C90F-8F5F-BA7C-42DB4D877027}"/>
              </a:ext>
            </a:extLst>
          </p:cNvPr>
          <p:cNvSpPr>
            <a:spLocks noGrp="1"/>
          </p:cNvSpPr>
          <p:nvPr>
            <p:ph sz="quarter" idx="10"/>
          </p:nvPr>
        </p:nvSpPr>
        <p:spPr/>
        <p:txBody>
          <a:bodyPr/>
          <a:lstStyle/>
          <a:p>
            <a:r>
              <a:rPr lang="en-US" dirty="0"/>
              <a:t>User-defined compound assignment operators</a:t>
            </a:r>
          </a:p>
          <a:p>
            <a:r>
              <a:rPr lang="en-US" dirty="0"/>
              <a:t>You can provide custom behavior for compound assignments like +=, -=, etc., beyond what your simple operators express.</a:t>
            </a:r>
          </a:p>
          <a:p>
            <a:endParaRPr lang="en-US" dirty="0"/>
          </a:p>
          <a:p>
            <a:r>
              <a:rPr lang="en-US" dirty="0"/>
              <a:t>C#</a:t>
            </a:r>
          </a:p>
          <a:p>
            <a:r>
              <a:rPr lang="en-US" dirty="0"/>
              <a:t>public </a:t>
            </a:r>
            <a:r>
              <a:rPr lang="en-US" dirty="0" err="1"/>
              <a:t>readonly</a:t>
            </a:r>
            <a:r>
              <a:rPr lang="en-US" dirty="0"/>
              <a:t> record struct Counter(int Value)</a:t>
            </a:r>
          </a:p>
          <a:p>
            <a:r>
              <a:rPr lang="en-US" dirty="0"/>
              <a:t>{</a:t>
            </a:r>
          </a:p>
          <a:p>
            <a:r>
              <a:rPr lang="en-US" dirty="0"/>
              <a:t>public static Counter operator +(Counter c, int delta) =&gt; new(</a:t>
            </a:r>
            <a:r>
              <a:rPr lang="en-US" dirty="0" err="1"/>
              <a:t>c.Value</a:t>
            </a:r>
            <a:r>
              <a:rPr lang="en-US" dirty="0"/>
              <a:t> + delta);</a:t>
            </a:r>
          </a:p>
          <a:p>
            <a:endParaRPr lang="en-US" dirty="0"/>
          </a:p>
          <a:p>
            <a:r>
              <a:rPr lang="en-US" dirty="0"/>
              <a:t>// Compound assignment hooks into your operator implementation</a:t>
            </a:r>
          </a:p>
          <a:p>
            <a:r>
              <a:rPr lang="en-US" dirty="0"/>
              <a:t>}</a:t>
            </a:r>
          </a:p>
          <a:p>
            <a:endParaRPr lang="en-US" dirty="0"/>
          </a:p>
          <a:p>
            <a:r>
              <a:rPr lang="en-US" dirty="0"/>
              <a:t>var c = new Counter(1);</a:t>
            </a:r>
          </a:p>
          <a:p>
            <a:r>
              <a:rPr lang="en-US" dirty="0"/>
              <a:t>c += 4; // uses your operator +</a:t>
            </a:r>
          </a:p>
          <a:p>
            <a:r>
              <a:rPr lang="en-US" dirty="0"/>
              <a:t>public </a:t>
            </a:r>
            <a:r>
              <a:rPr lang="en-US" dirty="0" err="1"/>
              <a:t>readonly</a:t>
            </a:r>
            <a:r>
              <a:rPr lang="en-US" dirty="0"/>
              <a:t> record struct Counter(int Value)</a:t>
            </a:r>
          </a:p>
          <a:p>
            <a:r>
              <a:rPr lang="en-US" dirty="0"/>
              <a:t>{</a:t>
            </a:r>
          </a:p>
          <a:p>
            <a:r>
              <a:rPr lang="en-US" dirty="0"/>
              <a:t>    public static Counter operator +(Counter c, int delta) =&gt; new(</a:t>
            </a:r>
            <a:r>
              <a:rPr lang="en-US" dirty="0" err="1"/>
              <a:t>c.Value</a:t>
            </a:r>
            <a:r>
              <a:rPr lang="en-US" dirty="0"/>
              <a:t> + delta);</a:t>
            </a:r>
          </a:p>
          <a:p>
            <a:endParaRPr lang="en-US" dirty="0"/>
          </a:p>
          <a:p>
            <a:r>
              <a:rPr lang="en-US" dirty="0"/>
              <a:t>    // Compound assignment hooks into your operator implementation</a:t>
            </a:r>
          </a:p>
          <a:p>
            <a:r>
              <a:rPr lang="en-US" dirty="0"/>
              <a:t>}</a:t>
            </a:r>
          </a:p>
          <a:p>
            <a:endParaRPr lang="en-US" dirty="0"/>
          </a:p>
          <a:p>
            <a:r>
              <a:rPr lang="en-US" dirty="0"/>
              <a:t>var c = new Counter(1);</a:t>
            </a:r>
          </a:p>
          <a:p>
            <a:r>
              <a:rPr lang="en-US" dirty="0"/>
              <a:t>c += 4;         // uses your operator +</a:t>
            </a:r>
          </a:p>
          <a:p>
            <a:r>
              <a:rPr lang="en-US" dirty="0"/>
              <a:t>See: User-defined compound assignment.</a:t>
            </a:r>
          </a:p>
        </p:txBody>
      </p:sp>
    </p:spTree>
    <p:extLst>
      <p:ext uri="{BB962C8B-B14F-4D97-AF65-F5344CB8AC3E}">
        <p14:creationId xmlns:p14="http://schemas.microsoft.com/office/powerpoint/2010/main" val="21364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5758-67B9-4F27-A311-26B525FAAC33}"/>
              </a:ext>
            </a:extLst>
          </p:cNvPr>
          <p:cNvSpPr>
            <a:spLocks noGrp="1"/>
          </p:cNvSpPr>
          <p:nvPr>
            <p:ph type="title"/>
          </p:nvPr>
        </p:nvSpPr>
        <p:spPr>
          <a:noFill/>
        </p:spPr>
        <p:txBody>
          <a:bodyPr vert="horz" lIns="0" tIns="0" rIns="0" bIns="0" rtlCol="0" anchor="t" anchorCtr="0">
            <a:noAutofit/>
          </a:bodyPr>
          <a:lstStyle/>
          <a:p>
            <a:r>
              <a:rPr lang="en-US" dirty="0"/>
              <a:t>Templates</a:t>
            </a:r>
          </a:p>
        </p:txBody>
      </p:sp>
      <p:sp>
        <p:nvSpPr>
          <p:cNvPr id="3" name="Slide Number Placeholder 2">
            <a:extLst>
              <a:ext uri="{FF2B5EF4-FFF2-40B4-BE49-F238E27FC236}">
                <a16:creationId xmlns:a16="http://schemas.microsoft.com/office/drawing/2014/main" id="{11ECEE98-9742-4B57-B69A-F514A70046C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13</a:t>
            </a:fld>
            <a:endParaRPr lang="en-RU" dirty="0"/>
          </a:p>
        </p:txBody>
      </p:sp>
      <p:sp>
        <p:nvSpPr>
          <p:cNvPr id="4" name="Content Placeholder 3">
            <a:extLst>
              <a:ext uri="{FF2B5EF4-FFF2-40B4-BE49-F238E27FC236}">
                <a16:creationId xmlns:a16="http://schemas.microsoft.com/office/drawing/2014/main" id="{787CA52A-DDB3-4092-B9E6-06298863AE78}"/>
              </a:ext>
            </a:extLst>
          </p:cNvPr>
          <p:cNvSpPr>
            <a:spLocks noGrp="1"/>
          </p:cNvSpPr>
          <p:nvPr>
            <p:ph sz="quarter" idx="10"/>
          </p:nvPr>
        </p:nvSpPr>
        <p:spPr/>
        <p:txBody>
          <a:bodyPr vert="horz" lIns="0" tIns="0" rIns="0" bIns="0" rtlCol="0">
            <a:noAutofit/>
          </a:bodyPr>
          <a:lstStyle/>
          <a:p>
            <a:r>
              <a:rPr lang="en-US" sz="2800" dirty="0">
                <a:hlinkClick r:id="rId2"/>
              </a:rPr>
              <a:t>https://www.nuget.org/packages/VladislavAntonyuk.DotNetTemplates</a:t>
            </a:r>
            <a:endParaRPr lang="kk-KZ" sz="2800" dirty="0"/>
          </a:p>
          <a:p>
            <a:r>
              <a:rPr lang="en-US" sz="2800" dirty="0"/>
              <a:t> </a:t>
            </a:r>
            <a:endParaRPr lang="uk-UA" sz="2800" dirty="0"/>
          </a:p>
        </p:txBody>
      </p:sp>
    </p:spTree>
    <p:extLst>
      <p:ext uri="{BB962C8B-B14F-4D97-AF65-F5344CB8AC3E}">
        <p14:creationId xmlns:p14="http://schemas.microsoft.com/office/powerpoint/2010/main" val="4017027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FA5C6-9867-429D-94CC-0B6418CACBFE}"/>
              </a:ext>
            </a:extLst>
          </p:cNvPr>
          <p:cNvSpPr>
            <a:spLocks noGrp="1"/>
          </p:cNvSpPr>
          <p:nvPr>
            <p:ph type="title"/>
          </p:nvPr>
        </p:nvSpPr>
        <p:spPr>
          <a:noFill/>
        </p:spPr>
        <p:txBody>
          <a:bodyPr vert="horz" lIns="0" tIns="0" rIns="0" bIns="0" rtlCol="0" anchor="t" anchorCtr="0">
            <a:noAutofit/>
          </a:bodyPr>
          <a:lstStyle/>
          <a:p>
            <a:r>
              <a:rPr lang="en-US" dirty="0"/>
              <a:t>Overview of ASPIRE</a:t>
            </a:r>
          </a:p>
        </p:txBody>
      </p:sp>
      <p:sp>
        <p:nvSpPr>
          <p:cNvPr id="3" name="Slide Number Placeholder 2">
            <a:extLst>
              <a:ext uri="{FF2B5EF4-FFF2-40B4-BE49-F238E27FC236}">
                <a16:creationId xmlns:a16="http://schemas.microsoft.com/office/drawing/2014/main" id="{C3288C9C-5F93-45FA-B62C-0C4A24803F5E}"/>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14</a:t>
            </a:fld>
            <a:endParaRPr lang="en-RU" dirty="0"/>
          </a:p>
        </p:txBody>
      </p:sp>
      <p:pic>
        <p:nvPicPr>
          <p:cNvPr id="5" name="Content Placeholder 4">
            <a:extLst>
              <a:ext uri="{FF2B5EF4-FFF2-40B4-BE49-F238E27FC236}">
                <a16:creationId xmlns:a16="http://schemas.microsoft.com/office/drawing/2014/main" id="{09A8FD57-8DF7-4911-8895-F6454B906E1F}"/>
              </a:ext>
            </a:extLst>
          </p:cNvPr>
          <p:cNvPicPr>
            <a:picLocks noGrp="1" noChangeAspect="1"/>
          </p:cNvPicPr>
          <p:nvPr>
            <p:ph sz="quarter" idx="10"/>
          </p:nvPr>
        </p:nvPicPr>
        <p:blipFill>
          <a:blip r:embed="rId2"/>
          <a:stretch>
            <a:fillRect/>
          </a:stretch>
        </p:blipFill>
        <p:spPr>
          <a:xfrm>
            <a:off x="2828274" y="2660650"/>
            <a:ext cx="12631453" cy="6264275"/>
          </a:xfrm>
          <a:prstGeom prst="rect">
            <a:avLst/>
          </a:prstGeom>
        </p:spPr>
      </p:pic>
    </p:spTree>
    <p:extLst>
      <p:ext uri="{BB962C8B-B14F-4D97-AF65-F5344CB8AC3E}">
        <p14:creationId xmlns:p14="http://schemas.microsoft.com/office/powerpoint/2010/main" val="32101721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DDE8D-FE3A-4C74-B334-3836D4FEDF26}"/>
              </a:ext>
            </a:extLst>
          </p:cNvPr>
          <p:cNvSpPr>
            <a:spLocks noGrp="1"/>
          </p:cNvSpPr>
          <p:nvPr>
            <p:ph type="title"/>
          </p:nvPr>
        </p:nvSpPr>
        <p:spPr>
          <a:noFill/>
        </p:spPr>
        <p:txBody>
          <a:bodyPr vert="horz" lIns="0" tIns="0" rIns="0" bIns="0" rtlCol="0" anchor="t" anchorCtr="0">
            <a:noAutofit/>
          </a:bodyPr>
          <a:lstStyle/>
          <a:p>
            <a:r>
              <a:rPr lang="en-US" dirty="0"/>
              <a:t>Overview of ASPIRE</a:t>
            </a:r>
          </a:p>
        </p:txBody>
      </p:sp>
      <p:sp>
        <p:nvSpPr>
          <p:cNvPr id="3" name="Slide Number Placeholder 2">
            <a:extLst>
              <a:ext uri="{FF2B5EF4-FFF2-40B4-BE49-F238E27FC236}">
                <a16:creationId xmlns:a16="http://schemas.microsoft.com/office/drawing/2014/main" id="{081F8D31-7760-405A-9BD6-F5D4A5A92B2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15</a:t>
            </a:fld>
            <a:endParaRPr lang="en-RU" dirty="0"/>
          </a:p>
        </p:txBody>
      </p:sp>
      <p:pic>
        <p:nvPicPr>
          <p:cNvPr id="5" name="Content Placeholder 4">
            <a:extLst>
              <a:ext uri="{FF2B5EF4-FFF2-40B4-BE49-F238E27FC236}">
                <a16:creationId xmlns:a16="http://schemas.microsoft.com/office/drawing/2014/main" id="{5C2A8947-5950-412E-8555-076615966BBC}"/>
              </a:ext>
            </a:extLst>
          </p:cNvPr>
          <p:cNvPicPr>
            <a:picLocks noGrp="1" noChangeAspect="1"/>
          </p:cNvPicPr>
          <p:nvPr>
            <p:ph sz="quarter" idx="10"/>
          </p:nvPr>
        </p:nvPicPr>
        <p:blipFill>
          <a:blip r:embed="rId2"/>
          <a:stretch>
            <a:fillRect/>
          </a:stretch>
        </p:blipFill>
        <p:spPr>
          <a:xfrm>
            <a:off x="1439863" y="2910987"/>
            <a:ext cx="15408275" cy="5763600"/>
          </a:xfrm>
          <a:prstGeom prst="rect">
            <a:avLst/>
          </a:prstGeom>
        </p:spPr>
      </p:pic>
    </p:spTree>
    <p:extLst>
      <p:ext uri="{BB962C8B-B14F-4D97-AF65-F5344CB8AC3E}">
        <p14:creationId xmlns:p14="http://schemas.microsoft.com/office/powerpoint/2010/main" val="3712568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F5D5-22EE-4F95-8D3E-17A225323818}"/>
              </a:ext>
            </a:extLst>
          </p:cNvPr>
          <p:cNvSpPr>
            <a:spLocks noGrp="1"/>
          </p:cNvSpPr>
          <p:nvPr>
            <p:ph type="title"/>
          </p:nvPr>
        </p:nvSpPr>
        <p:spPr>
          <a:noFill/>
        </p:spPr>
        <p:txBody>
          <a:bodyPr vert="horz" lIns="0" tIns="0" rIns="0" bIns="0" rtlCol="0" anchor="t" anchorCtr="0">
            <a:noAutofit/>
          </a:bodyPr>
          <a:lstStyle/>
          <a:p>
            <a:r>
              <a:rPr lang="en-US" dirty="0"/>
              <a:t>Visual Studio 2026</a:t>
            </a:r>
          </a:p>
        </p:txBody>
      </p:sp>
      <p:sp>
        <p:nvSpPr>
          <p:cNvPr id="3" name="Slide Number Placeholder 2">
            <a:extLst>
              <a:ext uri="{FF2B5EF4-FFF2-40B4-BE49-F238E27FC236}">
                <a16:creationId xmlns:a16="http://schemas.microsoft.com/office/drawing/2014/main" id="{192E82D5-C934-464F-805D-C2D988EA500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16</a:t>
            </a:fld>
            <a:endParaRPr lang="en-RU" dirty="0"/>
          </a:p>
        </p:txBody>
      </p:sp>
      <p:pic>
        <p:nvPicPr>
          <p:cNvPr id="1026" name="Picture 2" descr="vs2026">
            <a:extLst>
              <a:ext uri="{FF2B5EF4-FFF2-40B4-BE49-F238E27FC236}">
                <a16:creationId xmlns:a16="http://schemas.microsoft.com/office/drawing/2014/main" id="{6713ECA2-9617-C731-4587-DEF7F3DD3D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0000" y="2819400"/>
            <a:ext cx="9391650" cy="46482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79CA544-8E37-B107-A128-908E0CDC869C}"/>
              </a:ext>
            </a:extLst>
          </p:cNvPr>
          <p:cNvSpPr txBox="1"/>
          <p:nvPr/>
        </p:nvSpPr>
        <p:spPr>
          <a:xfrm>
            <a:off x="11183815" y="2819400"/>
            <a:ext cx="5664322" cy="4648200"/>
          </a:xfrm>
          <a:prstGeom prst="rect">
            <a:avLst/>
          </a:prstGeom>
          <a:noFill/>
        </p:spPr>
        <p:txBody>
          <a:bodyPr wrap="square" lIns="0" tIns="0" rIns="0" bIns="0" rtlCol="0">
            <a:noAutofit/>
          </a:bodyPr>
          <a:lstStyle/>
          <a:p>
            <a:pPr algn="l">
              <a:buFont typeface="Arial" panose="020B0604020202020204" pitchFamily="34" charset="0"/>
              <a:buChar char="•"/>
            </a:pPr>
            <a:r>
              <a:rPr lang="en-US" sz="1600" b="0" i="0" dirty="0">
                <a:solidFill>
                  <a:srgbClr val="69707B"/>
                </a:solidFill>
                <a:effectLst/>
                <a:latin typeface="Poppins" panose="020B0502040204020203" pitchFamily="2" charset="0"/>
              </a:rPr>
              <a:t>AI built into the IDE</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AI is now part of the workflow. It understands your solution, helps with paste-and-fix, suggests tests and documentation, and shows performance or security insights before you commit. </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Insiders Channel</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The new Insiders Channel replaces Preview, giving early access to features with frequent updates.</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Performance improvements</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Faster solution load, quicker builds and debugging, and better first launch. Optimized for both x64 and Arm64.</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UI refresh</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Fluent UI design, updated icons, cleaner spacing, and a modernized settings experience.</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Latest .NET and C# support</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Built-in support for </a:t>
            </a:r>
            <a:r>
              <a:rPr lang="en-US" sz="1600" b="1" i="0" dirty="0">
                <a:solidFill>
                  <a:srgbClr val="69707B"/>
                </a:solidFill>
                <a:effectLst/>
                <a:latin typeface="Poppins" panose="020B0502040204020203" pitchFamily="2" charset="0"/>
              </a:rPr>
              <a:t>.NET 10</a:t>
            </a:r>
            <a:r>
              <a:rPr lang="en-US" sz="1600" b="0" i="0" dirty="0">
                <a:solidFill>
                  <a:srgbClr val="69707B"/>
                </a:solidFill>
                <a:effectLst/>
                <a:latin typeface="Poppins" panose="020B0502040204020203" pitchFamily="2" charset="0"/>
              </a:rPr>
              <a:t> and </a:t>
            </a:r>
            <a:r>
              <a:rPr lang="en-US" sz="1600" b="1" i="0" dirty="0">
                <a:solidFill>
                  <a:srgbClr val="69707B"/>
                </a:solidFill>
                <a:effectLst/>
                <a:latin typeface="Poppins" panose="020B0502040204020203" pitchFamily="2" charset="0"/>
              </a:rPr>
              <a:t>C# 14</a:t>
            </a:r>
            <a:r>
              <a:rPr lang="en-US" sz="1600" b="0" i="0" dirty="0">
                <a:solidFill>
                  <a:srgbClr val="69707B"/>
                </a:solidFill>
                <a:effectLst/>
                <a:latin typeface="Poppins" panose="020B0502040204020203" pitchFamily="2" charset="0"/>
              </a:rPr>
              <a:t>. </a:t>
            </a:r>
          </a:p>
          <a:p>
            <a:pPr algn="l">
              <a:buFont typeface="Arial" panose="020B0604020202020204" pitchFamily="34" charset="0"/>
              <a:buChar char="•"/>
            </a:pPr>
            <a:r>
              <a:rPr lang="en-US" sz="1600" b="1" i="0" dirty="0">
                <a:solidFill>
                  <a:srgbClr val="69707B"/>
                </a:solidFill>
                <a:effectLst/>
                <a:latin typeface="Poppins" panose="020B0502040204020203" pitchFamily="2" charset="0"/>
              </a:rPr>
              <a:t>Editor and productivity updates</a:t>
            </a:r>
            <a:br>
              <a:rPr lang="en-US" sz="1600" b="0" i="0" dirty="0">
                <a:solidFill>
                  <a:srgbClr val="69707B"/>
                </a:solidFill>
                <a:effectLst/>
                <a:latin typeface="Poppins" panose="020B0502040204020203" pitchFamily="2" charset="0"/>
              </a:rPr>
            </a:br>
            <a:r>
              <a:rPr lang="en-US" sz="1600" b="0" i="0" dirty="0">
                <a:solidFill>
                  <a:srgbClr val="69707B"/>
                </a:solidFill>
                <a:effectLst/>
                <a:latin typeface="Poppins" panose="020B0502040204020203" pitchFamily="2" charset="0"/>
              </a:rPr>
              <a:t>A more informative bottom margin (line/column numbers, character count, encoding), Copilot context actions, a </a:t>
            </a:r>
            <a:r>
              <a:rPr lang="en-US" sz="1600" b="0" i="0" dirty="0" err="1">
                <a:solidFill>
                  <a:srgbClr val="69707B"/>
                </a:solidFill>
                <a:effectLst/>
                <a:latin typeface="Poppins" panose="020B0502040204020203" pitchFamily="2" charset="0"/>
              </a:rPr>
              <a:t>BenchmarkDotNet</a:t>
            </a:r>
            <a:r>
              <a:rPr lang="en-US" sz="1600" b="0" i="0" dirty="0">
                <a:solidFill>
                  <a:srgbClr val="69707B"/>
                </a:solidFill>
                <a:effectLst/>
                <a:latin typeface="Poppins" panose="020B0502040204020203" pitchFamily="2" charset="0"/>
              </a:rPr>
              <a:t> template, and Hot Reload improvements for Razor.</a:t>
            </a:r>
            <a:endParaRPr lang="en-US" sz="2400" dirty="0"/>
          </a:p>
        </p:txBody>
      </p:sp>
    </p:spTree>
    <p:extLst>
      <p:ext uri="{BB962C8B-B14F-4D97-AF65-F5344CB8AC3E}">
        <p14:creationId xmlns:p14="http://schemas.microsoft.com/office/powerpoint/2010/main" val="17254897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0F469-F027-039A-64D0-4DF924DF1126}"/>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015B200-015F-337E-8F42-12E89EE20285}"/>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17</a:t>
            </a:fld>
            <a:endParaRPr lang="en-RU" dirty="0"/>
          </a:p>
        </p:txBody>
      </p:sp>
      <p:sp>
        <p:nvSpPr>
          <p:cNvPr id="4" name="Content Placeholder 3">
            <a:extLst>
              <a:ext uri="{FF2B5EF4-FFF2-40B4-BE49-F238E27FC236}">
                <a16:creationId xmlns:a16="http://schemas.microsoft.com/office/drawing/2014/main" id="{BB909E8F-7347-FBD0-E933-28ABF34687E8}"/>
              </a:ext>
            </a:extLst>
          </p:cNvPr>
          <p:cNvSpPr>
            <a:spLocks noGrp="1"/>
          </p:cNvSpPr>
          <p:nvPr>
            <p:ph sz="quarter" idx="10"/>
          </p:nvPr>
        </p:nvSpPr>
        <p:spPr/>
        <p:txBody>
          <a:bodyPr/>
          <a:lstStyle/>
          <a:p>
            <a:pPr algn="l"/>
            <a:r>
              <a:rPr lang="en-US" dirty="0"/>
              <a:t>The overall new stuff for Visual Studio 2026 is as for now the following:</a:t>
            </a:r>
          </a:p>
          <a:p>
            <a:pPr algn="l">
              <a:buFont typeface="Arial" panose="020B0604020202020204" pitchFamily="34" charset="0"/>
              <a:buChar char="•"/>
            </a:pPr>
            <a:r>
              <a:rPr lang="en-US" dirty="0"/>
              <a:t>Enhanced Editor Controls: More informative and customizable bottom margin, unified line/column/char display, encoding info, and context menu for margin settings.</a:t>
            </a:r>
          </a:p>
          <a:p>
            <a:pPr algn="l">
              <a:buFont typeface="Arial" panose="020B0604020202020204" pitchFamily="34" charset="0"/>
              <a:buChar char="•"/>
            </a:pPr>
            <a:r>
              <a:rPr lang="en-US" dirty="0"/>
              <a:t>File Exclusions in Search: Exclude files from Find in Files and Quick Find to reduce noise in search results.</a:t>
            </a:r>
          </a:p>
          <a:p>
            <a:pPr algn="l">
              <a:buFont typeface="Arial" panose="020B0604020202020204" pitchFamily="34" charset="0"/>
              <a:buChar char="•"/>
            </a:pPr>
            <a:r>
              <a:rPr lang="en-US" dirty="0"/>
              <a:t>GitHub Copilot Improvements:</a:t>
            </a:r>
          </a:p>
          <a:p>
            <a:pPr marL="742950" lvl="1" indent="-285750" algn="l">
              <a:buFont typeface="Arial" panose="020B0604020202020204" pitchFamily="34" charset="0"/>
              <a:buChar char="•"/>
            </a:pPr>
            <a:r>
              <a:rPr lang="en-US" dirty="0"/>
              <a:t>Bring your own model to chat (custom LLMs via API keys).</a:t>
            </a:r>
          </a:p>
          <a:p>
            <a:pPr marL="742950" lvl="1" indent="-285750" algn="l">
              <a:buFont typeface="Arial" panose="020B0604020202020204" pitchFamily="34" charset="0"/>
              <a:buChar char="•"/>
            </a:pPr>
            <a:r>
              <a:rPr lang="en-US" dirty="0"/>
              <a:t>Adaptive paste: Copilot adjusts pasted code to fit context.</a:t>
            </a:r>
          </a:p>
          <a:p>
            <a:pPr marL="742950" lvl="1" indent="-285750" algn="l">
              <a:buFont typeface="Arial" panose="020B0604020202020204" pitchFamily="34" charset="0"/>
              <a:buChar char="•"/>
            </a:pPr>
            <a:r>
              <a:rPr lang="en-US" dirty="0"/>
              <a:t>Copilot actions in context menu (explain, optimize, comment, test, add to chat).</a:t>
            </a:r>
          </a:p>
          <a:p>
            <a:pPr marL="742950" lvl="1" indent="-285750" algn="l">
              <a:buFont typeface="Arial" panose="020B0604020202020204" pitchFamily="34" charset="0"/>
              <a:buChar char="•"/>
            </a:pPr>
            <a:r>
              <a:rPr lang="en-US" dirty="0"/>
              <a:t>“Did you mean?” Copilot-powered search suggestions.</a:t>
            </a:r>
          </a:p>
          <a:p>
            <a:pPr marL="742950" lvl="1" indent="-285750" algn="l">
              <a:buFont typeface="Arial" panose="020B0604020202020204" pitchFamily="34" charset="0"/>
              <a:buChar char="•"/>
            </a:pPr>
            <a:r>
              <a:rPr lang="en-US" dirty="0"/>
              <a:t>Mermaid chart rendering in Markdown editor and Copilot Chat.</a:t>
            </a:r>
          </a:p>
          <a:p>
            <a:pPr marL="742950" lvl="1" indent="-285750" algn="l">
              <a:buFont typeface="Arial" panose="020B0604020202020204" pitchFamily="34" charset="0"/>
              <a:buChar char="•"/>
            </a:pPr>
            <a:r>
              <a:rPr lang="en-US" dirty="0"/>
              <a:t>Copilot URL context: paste a URL in chat to pull in page content.</a:t>
            </a:r>
          </a:p>
          <a:p>
            <a:pPr marL="742950" lvl="1" indent="-285750" algn="l">
              <a:buFont typeface="Arial" panose="020B0604020202020204" pitchFamily="34" charset="0"/>
              <a:buChar char="•"/>
            </a:pPr>
            <a:r>
              <a:rPr lang="en-US" dirty="0"/>
              <a:t>Better Copilot responses: improved code search, external symbol awareness, and line number accuracy.</a:t>
            </a:r>
          </a:p>
          <a:p>
            <a:pPr algn="l">
              <a:buFont typeface="Arial" panose="020B0604020202020204" pitchFamily="34" charset="0"/>
              <a:buChar char="•"/>
            </a:pPr>
            <a:r>
              <a:rPr lang="en-US" dirty="0"/>
              <a:t>Debugging &amp; Diagnostics:</a:t>
            </a:r>
          </a:p>
          <a:p>
            <a:pPr marL="742950" lvl="1" indent="-285750" algn="l">
              <a:buFont typeface="Arial" panose="020B0604020202020204" pitchFamily="34" charset="0"/>
              <a:buChar char="•"/>
            </a:pPr>
            <a:r>
              <a:rPr lang="en-US" dirty="0"/>
              <a:t>Profiler Copilot Agent: AI-driven performance analysis and suggestions.</a:t>
            </a:r>
          </a:p>
          <a:p>
            <a:pPr marL="742950" lvl="1" indent="-285750" algn="l">
              <a:buFont typeface="Arial" panose="020B0604020202020204" pitchFamily="34" charset="0"/>
              <a:buChar char="•"/>
            </a:pPr>
            <a:r>
              <a:rPr lang="en-US" dirty="0" err="1"/>
              <a:t>BenchmarkDotNet</a:t>
            </a:r>
            <a:r>
              <a:rPr lang="en-US" dirty="0"/>
              <a:t> project template with built-in profiling and Copilot insights.</a:t>
            </a:r>
          </a:p>
          <a:p>
            <a:pPr marL="742950" lvl="1" indent="-285750" algn="l">
              <a:buFont typeface="Arial" panose="020B0604020202020204" pitchFamily="34" charset="0"/>
              <a:buChar char="•"/>
            </a:pPr>
            <a:r>
              <a:rPr lang="en-US" dirty="0" err="1"/>
              <a:t>CMake</a:t>
            </a:r>
            <a:r>
              <a:rPr lang="en-US" dirty="0"/>
              <a:t> diagnostics: native support for CPU, events, and file IO tools (with Copilot insights).</a:t>
            </a:r>
          </a:p>
          <a:p>
            <a:pPr marL="742950" lvl="1" indent="-285750" algn="l">
              <a:buFont typeface="Arial" panose="020B0604020202020204" pitchFamily="34" charset="0"/>
              <a:buChar char="•"/>
            </a:pPr>
            <a:r>
              <a:rPr lang="en-US" dirty="0"/>
              <a:t>.NET Allocation Tool: Copilot assistance for zero-length array allocations.</a:t>
            </a:r>
          </a:p>
          <a:p>
            <a:pPr marL="742950" lvl="1" indent="-285750" algn="l">
              <a:buFont typeface="Arial" panose="020B0604020202020204" pitchFamily="34" charset="0"/>
              <a:buChar char="•"/>
            </a:pPr>
            <a:r>
              <a:rPr lang="en-US" dirty="0"/>
              <a:t>New Profiler launch experience with Copilot recommendations.</a:t>
            </a:r>
          </a:p>
          <a:p>
            <a:pPr marL="742950" lvl="1" indent="-285750" algn="l">
              <a:buFont typeface="Arial" panose="020B0604020202020204" pitchFamily="34" charset="0"/>
              <a:buChar char="•"/>
            </a:pPr>
            <a:r>
              <a:rPr lang="en-US" dirty="0"/>
              <a:t>Inline post-return values with Copilot insights in the debugger.</a:t>
            </a:r>
          </a:p>
          <a:p>
            <a:pPr marL="742950" lvl="1" indent="-285750" algn="l">
              <a:buFont typeface="Arial" panose="020B0604020202020204" pitchFamily="34" charset="0"/>
              <a:buChar char="•"/>
            </a:pPr>
            <a:r>
              <a:rPr lang="en-US" dirty="0"/>
              <a:t>Search in Text Visualizer (</a:t>
            </a:r>
            <a:r>
              <a:rPr lang="en-US" dirty="0" err="1"/>
              <a:t>Ctrl+F</a:t>
            </a:r>
            <a:r>
              <a:rPr lang="en-US" dirty="0"/>
              <a:t> in string visualizer).</a:t>
            </a:r>
          </a:p>
          <a:p>
            <a:pPr algn="l">
              <a:buFont typeface="Arial" panose="020B0604020202020204" pitchFamily="34" charset="0"/>
              <a:buChar char="•"/>
            </a:pPr>
            <a:r>
              <a:rPr lang="en-US" dirty="0"/>
              <a:t>Git Tooling:</a:t>
            </a:r>
          </a:p>
          <a:p>
            <a:pPr marL="742950" lvl="1" indent="-285750" algn="l">
              <a:buFont typeface="Arial" panose="020B0604020202020204" pitchFamily="34" charset="0"/>
              <a:buChar char="•"/>
            </a:pPr>
            <a:r>
              <a:rPr lang="en-US" dirty="0"/>
              <a:t>Inline pull request comments in diff view with Markdown rendering.</a:t>
            </a:r>
          </a:p>
          <a:p>
            <a:pPr marL="742950" lvl="1" indent="-285750" algn="l">
              <a:buFont typeface="Arial" panose="020B0604020202020204" pitchFamily="34" charset="0"/>
              <a:buChar char="•"/>
            </a:pPr>
            <a:r>
              <a:rPr lang="en-US" dirty="0"/>
              <a:t>Better code review AI: improved Copilot-powered suggestions for code changes.</a:t>
            </a:r>
          </a:p>
          <a:p>
            <a:pPr marL="742950" lvl="1" indent="-285750" algn="l">
              <a:buFont typeface="Arial" panose="020B0604020202020204" pitchFamily="34" charset="0"/>
              <a:buChar char="•"/>
            </a:pPr>
            <a:r>
              <a:rPr lang="en-US" dirty="0"/>
              <a:t>Git context in Copilot Chat: reference commits and changes in chat.</a:t>
            </a:r>
          </a:p>
          <a:p>
            <a:pPr algn="l">
              <a:buFont typeface="Arial" panose="020B0604020202020204" pitchFamily="34" charset="0"/>
              <a:buChar char="•"/>
            </a:pPr>
            <a:r>
              <a:rPr lang="en-US" dirty="0"/>
              <a:t>IDE &amp; UI:</a:t>
            </a:r>
          </a:p>
          <a:p>
            <a:pPr marL="742950" lvl="1" indent="-285750" algn="l">
              <a:buFont typeface="Arial" panose="020B0604020202020204" pitchFamily="34" charset="0"/>
              <a:buChar char="•"/>
            </a:pPr>
            <a:r>
              <a:rPr lang="en-US" dirty="0"/>
              <a:t>Code coverage now available in Community and Professional editions.</a:t>
            </a:r>
          </a:p>
          <a:p>
            <a:pPr marL="742950" lvl="1" indent="-285750" algn="l">
              <a:buFont typeface="Arial" panose="020B0604020202020204" pitchFamily="34" charset="0"/>
              <a:buChar char="•"/>
            </a:pPr>
            <a:r>
              <a:rPr lang="en-US" dirty="0"/>
              <a:t>New look and feel: Fluent UI design, new themes, and iconography.</a:t>
            </a:r>
          </a:p>
          <a:p>
            <a:pPr marL="742950" lvl="1" indent="-285750" algn="l">
              <a:buFont typeface="Arial" panose="020B0604020202020204" pitchFamily="34" charset="0"/>
              <a:buChar char="•"/>
            </a:pPr>
            <a:r>
              <a:rPr lang="en-US" dirty="0"/>
              <a:t>Modern settings experience: streamlined, user-friendly settings UI.</a:t>
            </a:r>
          </a:p>
          <a:p>
            <a:pPr algn="l">
              <a:buFont typeface="Arial" panose="020B0604020202020204" pitchFamily="34" charset="0"/>
              <a:buChar char="•"/>
            </a:pPr>
            <a:r>
              <a:rPr lang="en-US" dirty="0"/>
              <a:t>Cloud:</a:t>
            </a:r>
          </a:p>
          <a:p>
            <a:pPr marL="742950" lvl="1" indent="-285750" algn="l">
              <a:buFont typeface="Arial" panose="020B0604020202020204" pitchFamily="34" charset="0"/>
              <a:buChar char="•"/>
            </a:pPr>
            <a:r>
              <a:rPr lang="en-US" dirty="0"/>
              <a:t>Cloud Services (Extended Support) deprecation notice.</a:t>
            </a:r>
          </a:p>
          <a:p>
            <a:pPr marL="742950" lvl="1" indent="-285750" algn="l">
              <a:buFont typeface="Arial" panose="020B0604020202020204" pitchFamily="34" charset="0"/>
              <a:buChar char="•"/>
            </a:pPr>
            <a:r>
              <a:rPr lang="en-US" dirty="0"/>
              <a:t>Service Fabric tools moved to VS extension.</a:t>
            </a:r>
          </a:p>
          <a:p>
            <a:pPr algn="l">
              <a:buFont typeface="Arial" panose="020B0604020202020204" pitchFamily="34" charset="0"/>
              <a:buChar char="•"/>
            </a:pPr>
            <a:r>
              <a:rPr lang="en-US" dirty="0"/>
              <a:t>.NET:</a:t>
            </a:r>
          </a:p>
          <a:p>
            <a:pPr marL="742950" lvl="1" indent="-285750" algn="l">
              <a:buFont typeface="Arial" panose="020B0604020202020204" pitchFamily="34" charset="0"/>
              <a:buChar char="•"/>
            </a:pPr>
            <a:r>
              <a:rPr lang="en-US" dirty="0"/>
              <a:t>Support for .NET 10 and C# 14 (Just to let you know to as other have asked for this in the Community: I had a talk with the Visual Studio team, and .NET 10 will not be fully compatible with 2022 – from 2026 and newer )</a:t>
            </a:r>
          </a:p>
          <a:p>
            <a:pPr algn="l">
              <a:buFont typeface="Arial" panose="020B0604020202020204" pitchFamily="34" charset="0"/>
              <a:buChar char="•"/>
            </a:pPr>
            <a:r>
              <a:rPr lang="en-US" dirty="0"/>
              <a:t>Razor/</a:t>
            </a:r>
            <a:r>
              <a:rPr lang="en-US" dirty="0" err="1"/>
              <a:t>Blazor</a:t>
            </a:r>
            <a:r>
              <a:rPr lang="en-US" dirty="0"/>
              <a:t>:</a:t>
            </a:r>
          </a:p>
          <a:p>
            <a:pPr marL="742950" lvl="1" indent="-285750" algn="l">
              <a:buFont typeface="Arial" panose="020B0604020202020204" pitchFamily="34" charset="0"/>
              <a:buChar char="•"/>
            </a:pPr>
            <a:r>
              <a:rPr lang="en-US" dirty="0"/>
              <a:t>Faster, more reliable Hot Reload with auto-restart for rude edits.</a:t>
            </a:r>
          </a:p>
          <a:p>
            <a:pPr marL="742950" lvl="1" indent="-285750" algn="l">
              <a:buFont typeface="Arial" panose="020B0604020202020204" pitchFamily="34" charset="0"/>
              <a:buChar char="•"/>
            </a:pPr>
            <a:r>
              <a:rPr lang="en-US" dirty="0"/>
              <a:t>Razor editor improvements: performance, formatting, IntelliSense, and new code actions.</a:t>
            </a:r>
          </a:p>
          <a:p>
            <a:endParaRPr lang="en-US" dirty="0"/>
          </a:p>
          <a:p>
            <a:endParaRPr lang="en-US" dirty="0"/>
          </a:p>
          <a:p>
            <a:endParaRPr lang="en-US" dirty="0"/>
          </a:p>
          <a:p>
            <a:pPr algn="l"/>
            <a:r>
              <a:rPr lang="en-US" dirty="0"/>
              <a:t>Key Themes &amp; Goals</a:t>
            </a:r>
          </a:p>
          <a:p>
            <a:pPr algn="l"/>
            <a:r>
              <a:rPr lang="en-US" dirty="0"/>
              <a:t>From Microsoft’s own statements and early reports, the major pillars of Visual Studio 2026 are:</a:t>
            </a:r>
          </a:p>
          <a:p>
            <a:pPr algn="l">
              <a:buFont typeface="+mj-lt"/>
              <a:buAutoNum type="arabicPeriod"/>
            </a:pPr>
            <a:r>
              <a:rPr lang="en-US" dirty="0"/>
              <a:t>AI-First Integration — not just features added on, but AI woven into the fabric of everyday tasks: coding, debugging, testing, profiling, code review, even for conventions and style.</a:t>
            </a:r>
          </a:p>
          <a:p>
            <a:pPr algn="l">
              <a:buFont typeface="+mj-lt"/>
              <a:buAutoNum type="arabicPeriod"/>
            </a:pPr>
            <a:r>
              <a:rPr lang="en-US" dirty="0"/>
              <a:t>Performance &amp; Responsiveness — faster solution load, faster build loops, better debugging latency, more responsive editor, especially for large/enterprise-scale codebases and across different architectures (x64 and ARM64).</a:t>
            </a:r>
          </a:p>
          <a:p>
            <a:pPr algn="l">
              <a:buFont typeface="+mj-lt"/>
              <a:buAutoNum type="arabicPeriod"/>
            </a:pPr>
            <a:r>
              <a:rPr lang="en-US" dirty="0"/>
              <a:t>Modernized UI / Usability / Workflow Flow — Cleaner, sharper visuals, better spacing, new theme options, more accessible defaults, improvements to settings management, and less clutter. Aim is to reduce friction, keep developers “in flow” (i.e. less interruptions, fewer toolchain distractions).</a:t>
            </a:r>
          </a:p>
          <a:p>
            <a:pPr algn="l">
              <a:buFont typeface="+mj-lt"/>
              <a:buAutoNum type="arabicPeriod"/>
            </a:pPr>
            <a:r>
              <a:rPr lang="en-US" dirty="0"/>
              <a:t>Up-to-date language &amp; framework support — like .NET 10, C# 14, improvements for Razor, </a:t>
            </a:r>
            <a:r>
              <a:rPr lang="en-US" dirty="0" err="1"/>
              <a:t>Blazor</a:t>
            </a:r>
            <a:r>
              <a:rPr lang="en-US" dirty="0"/>
              <a:t>, C++ toolsets, etc. Also, deprecations/removals of certain legacy components.</a:t>
            </a:r>
          </a:p>
          <a:p>
            <a:pPr algn="l">
              <a:buFont typeface="+mj-lt"/>
              <a:buAutoNum type="arabicPeriod"/>
            </a:pPr>
            <a:r>
              <a:rPr lang="en-US" dirty="0"/>
              <a:t>Broader availability of tools — making features like code coverage more broadly accessible, extending diagnostic tools, improving hot reload, etc.</a:t>
            </a:r>
          </a:p>
          <a:p>
            <a:pPr algn="l">
              <a:buFont typeface="+mj-lt"/>
              <a:buAutoNum type="arabicPeriod"/>
            </a:pPr>
            <a:r>
              <a:rPr lang="en-US" dirty="0"/>
              <a:t>New update delivery and feedback loop — the introduction of a new “Insiders Channel” to get early builds, a monthly cadence for new features, and more rapid feedback.</a:t>
            </a:r>
          </a:p>
          <a:p>
            <a:pPr algn="l"/>
            <a:r>
              <a:rPr lang="en-US" dirty="0"/>
              <a:t>What’s New / Changed in Detail</a:t>
            </a:r>
          </a:p>
          <a:p>
            <a:pPr algn="l"/>
            <a:r>
              <a:rPr lang="en-US" dirty="0"/>
              <a:t>Here are the concrete new features, improvements, and changes in Visual Studio 2026 as observed so far.</a:t>
            </a:r>
          </a:p>
          <a:p>
            <a:pPr algn="l"/>
            <a:r>
              <a:rPr lang="en-US" dirty="0"/>
              <a:t>AI / Copilot Enhancements</a:t>
            </a:r>
          </a:p>
          <a:p>
            <a:pPr algn="l">
              <a:buFont typeface="Arial" panose="020B0604020202020204" pitchFamily="34" charset="0"/>
              <a:buChar char="•"/>
            </a:pPr>
            <a:r>
              <a:rPr lang="en-US" dirty="0"/>
              <a:t>“Woven in” AI, not bolt-on</a:t>
            </a:r>
            <a:br>
              <a:rPr lang="en-US" dirty="0"/>
            </a:br>
            <a:r>
              <a:rPr lang="en-US" dirty="0"/>
              <a:t>Microsoft emphasizes that AI in VS 2026 isn’t just an extension; it’s part of the workflow. The IDE will help with understanding new codebases, recommending tests, keeping docs/comments synchronized, and suggesting performance/security fixes even before code is committed.</a:t>
            </a:r>
          </a:p>
          <a:p>
            <a:pPr algn="l">
              <a:buFont typeface="Arial" panose="020B0604020202020204" pitchFamily="34" charset="0"/>
              <a:buChar char="•"/>
            </a:pPr>
            <a:r>
              <a:rPr lang="en-US" dirty="0"/>
              <a:t>Adaptive Paste</a:t>
            </a:r>
            <a:br>
              <a:rPr lang="en-US" dirty="0"/>
            </a:br>
            <a:r>
              <a:rPr lang="en-US" dirty="0"/>
              <a:t>When you paste code snippets, VS 2026 can suggest modifying the snippet to match local conventions: fix formatting, import missing namespaces, adjust style, and possibly adapt APIs. You’ll often get a diff preview and option to accept/reject.</a:t>
            </a:r>
          </a:p>
          <a:p>
            <a:pPr algn="l">
              <a:buFont typeface="Arial" panose="020B0604020202020204" pitchFamily="34" charset="0"/>
              <a:buChar char="•"/>
            </a:pPr>
            <a:r>
              <a:rPr lang="en-US" dirty="0"/>
              <a:t>Profiler Agent</a:t>
            </a:r>
            <a:br>
              <a:rPr lang="en-US" dirty="0"/>
            </a:br>
            <a:r>
              <a:rPr lang="en-US" dirty="0"/>
              <a:t>An AI-assisted profiler that goes beyond showing performance bottlenecks — it uses real traces and benchmarks, and can suggest prioritized fixes. Also supports natural-language queries to guide profiling.</a:t>
            </a:r>
          </a:p>
          <a:p>
            <a:pPr algn="l">
              <a:buFont typeface="Arial" panose="020B0604020202020204" pitchFamily="34" charset="0"/>
              <a:buChar char="•"/>
            </a:pPr>
            <a:r>
              <a:rPr lang="en-US" dirty="0"/>
              <a:t>Bring Your Own Model for Chat / AI assistance</a:t>
            </a:r>
            <a:br>
              <a:rPr lang="en-US" dirty="0"/>
            </a:br>
            <a:r>
              <a:rPr lang="en-US" dirty="0"/>
              <a:t>The “Chat” component in Visual Studio (which works with Copilot / VS Chat) can now connect to external/custom language models (from OpenAI, Google, Anthropic etc.) via API keys. So developers/teams who prefer or need certain models (security, locality, cost) have options.</a:t>
            </a:r>
          </a:p>
          <a:p>
            <a:pPr algn="l">
              <a:buFont typeface="Arial" panose="020B0604020202020204" pitchFamily="34" charset="0"/>
              <a:buChar char="•"/>
            </a:pPr>
            <a:r>
              <a:rPr lang="en-US" dirty="0"/>
              <a:t>Inline Actions &amp; Contextual AI</a:t>
            </a:r>
            <a:br>
              <a:rPr lang="en-US" dirty="0"/>
            </a:br>
            <a:r>
              <a:rPr lang="en-US" dirty="0"/>
              <a:t>Right-click menus now have Copilot actions (explain this code, optimize it, generate comments, send to chat, etc.). Also, before opening pull requests, you can get insights about correctness, performance, and security.</a:t>
            </a:r>
          </a:p>
          <a:p>
            <a:pPr algn="l">
              <a:buFont typeface="Arial" panose="020B0604020202020204" pitchFamily="34" charset="0"/>
              <a:buChar char="•"/>
            </a:pPr>
            <a:r>
              <a:rPr lang="en-US" dirty="0"/>
              <a:t>Copilot Free included</a:t>
            </a:r>
            <a:br>
              <a:rPr lang="en-US" dirty="0"/>
            </a:br>
            <a:r>
              <a:rPr lang="en-US" dirty="0"/>
              <a:t>The Insider build ships with a “Copilot Free” plan (for basic AI features) out of the box. Users don’t need a separate subscription for many of the AI-assisted productivity enhancements.</a:t>
            </a:r>
          </a:p>
          <a:p>
            <a:endParaRPr lang="en-US" dirty="0"/>
          </a:p>
          <a:p>
            <a:endParaRPr lang="en-US" dirty="0"/>
          </a:p>
        </p:txBody>
      </p:sp>
    </p:spTree>
    <p:extLst>
      <p:ext uri="{BB962C8B-B14F-4D97-AF65-F5344CB8AC3E}">
        <p14:creationId xmlns:p14="http://schemas.microsoft.com/office/powerpoint/2010/main" val="28228604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18D5D-7A18-233C-C884-152D548F3C1C}"/>
              </a:ext>
            </a:extLst>
          </p:cNvPr>
          <p:cNvSpPr>
            <a:spLocks noGrp="1"/>
          </p:cNvSpPr>
          <p:nvPr>
            <p:ph type="title"/>
          </p:nvPr>
        </p:nvSpPr>
        <p:spPr/>
        <p:txBody>
          <a:bodyPr/>
          <a:lstStyle/>
          <a:p>
            <a:r>
              <a:rPr lang="en-US" dirty="0"/>
              <a:t>AI Profiler</a:t>
            </a:r>
          </a:p>
        </p:txBody>
      </p:sp>
      <p:sp>
        <p:nvSpPr>
          <p:cNvPr id="3" name="Slide Number Placeholder 2">
            <a:extLst>
              <a:ext uri="{FF2B5EF4-FFF2-40B4-BE49-F238E27FC236}">
                <a16:creationId xmlns:a16="http://schemas.microsoft.com/office/drawing/2014/main" id="{A371640B-99AA-245C-F814-14DFAB68997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18</a:t>
            </a:fld>
            <a:endParaRPr lang="en-RU" dirty="0"/>
          </a:p>
        </p:txBody>
      </p:sp>
      <p:sp>
        <p:nvSpPr>
          <p:cNvPr id="4" name="Content Placeholder 3">
            <a:extLst>
              <a:ext uri="{FF2B5EF4-FFF2-40B4-BE49-F238E27FC236}">
                <a16:creationId xmlns:a16="http://schemas.microsoft.com/office/drawing/2014/main" id="{517559A7-7AD2-9C3F-160F-491C221E629D}"/>
              </a:ext>
            </a:extLst>
          </p:cNvPr>
          <p:cNvSpPr>
            <a:spLocks noGrp="1"/>
          </p:cNvSpPr>
          <p:nvPr>
            <p:ph sz="quarter" idx="10"/>
          </p:nvPr>
        </p:nvSpPr>
        <p:spPr/>
        <p:txBody>
          <a:bodyPr/>
          <a:lstStyle/>
          <a:p>
            <a:endParaRPr lang="en-US"/>
          </a:p>
        </p:txBody>
      </p:sp>
    </p:spTree>
    <p:extLst>
      <p:ext uri="{BB962C8B-B14F-4D97-AF65-F5344CB8AC3E}">
        <p14:creationId xmlns:p14="http://schemas.microsoft.com/office/powerpoint/2010/main" val="265042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7D8F7-5C9D-4C49-A2FE-8F733C1FD99A}"/>
              </a:ext>
            </a:extLst>
          </p:cNvPr>
          <p:cNvSpPr>
            <a:spLocks noGrp="1"/>
          </p:cNvSpPr>
          <p:nvPr>
            <p:ph type="title"/>
          </p:nvPr>
        </p:nvSpPr>
        <p:spPr>
          <a:noFill/>
        </p:spPr>
        <p:txBody>
          <a:bodyPr vert="horz" lIns="0" tIns="0" rIns="0" bIns="0" rtlCol="0" anchor="t" anchorCtr="0">
            <a:noAutofit/>
          </a:bodyPr>
          <a:lstStyle/>
          <a:p>
            <a:r>
              <a:rPr lang="en-US" dirty="0"/>
              <a:t>Artificial Intelligence and .NET</a:t>
            </a:r>
          </a:p>
        </p:txBody>
      </p:sp>
      <p:sp>
        <p:nvSpPr>
          <p:cNvPr id="3" name="Slide Number Placeholder 2">
            <a:extLst>
              <a:ext uri="{FF2B5EF4-FFF2-40B4-BE49-F238E27FC236}">
                <a16:creationId xmlns:a16="http://schemas.microsoft.com/office/drawing/2014/main" id="{FA28F052-2A9F-4604-BA37-B1DFECBEF75B}"/>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19</a:t>
            </a:fld>
            <a:endParaRPr lang="en-RU" dirty="0"/>
          </a:p>
        </p:txBody>
      </p:sp>
      <p:pic>
        <p:nvPicPr>
          <p:cNvPr id="5" name="Content Placeholder 4">
            <a:extLst>
              <a:ext uri="{FF2B5EF4-FFF2-40B4-BE49-F238E27FC236}">
                <a16:creationId xmlns:a16="http://schemas.microsoft.com/office/drawing/2014/main" id="{BF8ED85B-1582-4C3E-9A5B-BF1150DEBF83}"/>
              </a:ext>
            </a:extLst>
          </p:cNvPr>
          <p:cNvPicPr>
            <a:picLocks noGrp="1" noChangeAspect="1"/>
          </p:cNvPicPr>
          <p:nvPr>
            <p:ph sz="quarter" idx="10"/>
          </p:nvPr>
        </p:nvPicPr>
        <p:blipFill>
          <a:blip r:embed="rId2"/>
          <a:stretch>
            <a:fillRect/>
          </a:stretch>
        </p:blipFill>
        <p:spPr>
          <a:xfrm>
            <a:off x="3145263" y="2660650"/>
            <a:ext cx="11997474" cy="6264275"/>
          </a:xfrm>
          <a:prstGeom prst="rect">
            <a:avLst/>
          </a:prstGeom>
        </p:spPr>
      </p:pic>
    </p:spTree>
    <p:extLst>
      <p:ext uri="{BB962C8B-B14F-4D97-AF65-F5344CB8AC3E}">
        <p14:creationId xmlns:p14="http://schemas.microsoft.com/office/powerpoint/2010/main" val="15470957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15B7B-0E6E-4DBC-BBEE-79FB056E4D42}"/>
              </a:ext>
            </a:extLst>
          </p:cNvPr>
          <p:cNvSpPr>
            <a:spLocks noGrp="1"/>
          </p:cNvSpPr>
          <p:nvPr>
            <p:ph type="title"/>
          </p:nvPr>
        </p:nvSpPr>
        <p:spPr>
          <a:noFill/>
        </p:spPr>
        <p:txBody>
          <a:bodyPr vert="horz" lIns="0" tIns="0" rIns="0" bIns="0" rtlCol="0" anchor="t" anchorCtr="0">
            <a:noAutofit/>
          </a:bodyPr>
          <a:lstStyle/>
          <a:p>
            <a:r>
              <a:rPr lang="en-US" dirty="0"/>
              <a:t>Artificial Intelligence and .NET</a:t>
            </a:r>
          </a:p>
        </p:txBody>
      </p:sp>
      <p:sp>
        <p:nvSpPr>
          <p:cNvPr id="3" name="Slide Number Placeholder 2">
            <a:extLst>
              <a:ext uri="{FF2B5EF4-FFF2-40B4-BE49-F238E27FC236}">
                <a16:creationId xmlns:a16="http://schemas.microsoft.com/office/drawing/2014/main" id="{C48CBD99-138C-4C85-9C6C-780986303CD3}"/>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20</a:t>
            </a:fld>
            <a:endParaRPr lang="en-RU" dirty="0"/>
          </a:p>
        </p:txBody>
      </p:sp>
      <p:pic>
        <p:nvPicPr>
          <p:cNvPr id="5" name="Picture 4">
            <a:extLst>
              <a:ext uri="{FF2B5EF4-FFF2-40B4-BE49-F238E27FC236}">
                <a16:creationId xmlns:a16="http://schemas.microsoft.com/office/drawing/2014/main" id="{C5CB9548-3291-4F3E-89F8-FB022FFF71CC}"/>
              </a:ext>
            </a:extLst>
          </p:cNvPr>
          <p:cNvPicPr>
            <a:picLocks noChangeAspect="1"/>
          </p:cNvPicPr>
          <p:nvPr/>
        </p:nvPicPr>
        <p:blipFill>
          <a:blip r:embed="rId2"/>
          <a:stretch>
            <a:fillRect/>
          </a:stretch>
        </p:blipFill>
        <p:spPr>
          <a:xfrm>
            <a:off x="3881168" y="2946562"/>
            <a:ext cx="9696809" cy="5302510"/>
          </a:xfrm>
          <a:prstGeom prst="rect">
            <a:avLst/>
          </a:prstGeom>
        </p:spPr>
      </p:pic>
    </p:spTree>
    <p:extLst>
      <p:ext uri="{BB962C8B-B14F-4D97-AF65-F5344CB8AC3E}">
        <p14:creationId xmlns:p14="http://schemas.microsoft.com/office/powerpoint/2010/main" val="10186382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0C54B-6113-A84C-AAFF-626229C0F9A3}"/>
            </a:ext>
          </a:extLst>
        </p:cNvPr>
        <p:cNvGrpSpPr/>
        <p:nvPr/>
      </p:nvGrpSpPr>
      <p:grpSpPr>
        <a:xfrm>
          <a:off x="0" y="0"/>
          <a:ext cx="0" cy="0"/>
          <a:chOff x="0" y="0"/>
          <a:chExt cx="0" cy="0"/>
        </a:xfrm>
      </p:grpSpPr>
      <p:sp>
        <p:nvSpPr>
          <p:cNvPr id="1039" name="Rectangle 1038">
            <a:extLst>
              <a:ext uri="{FF2B5EF4-FFF2-40B4-BE49-F238E27FC236}">
                <a16:creationId xmlns:a16="http://schemas.microsoft.com/office/drawing/2014/main" id="{E293DEDA-2A0F-E5DD-BBB7-F1549C4E5BA5}"/>
              </a:ext>
            </a:extLst>
          </p:cNvPr>
          <p:cNvSpPr/>
          <p:nvPr/>
        </p:nvSpPr>
        <p:spPr>
          <a:xfrm>
            <a:off x="1440000" y="2808090"/>
            <a:ext cx="12127967" cy="3770511"/>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040" name="Rectangle 1039">
            <a:extLst>
              <a:ext uri="{FF2B5EF4-FFF2-40B4-BE49-F238E27FC236}">
                <a16:creationId xmlns:a16="http://schemas.microsoft.com/office/drawing/2014/main" id="{1D34EADA-07DD-9A69-637E-BE9BACD8CC0B}"/>
              </a:ext>
            </a:extLst>
          </p:cNvPr>
          <p:cNvSpPr/>
          <p:nvPr/>
        </p:nvSpPr>
        <p:spPr>
          <a:xfrm>
            <a:off x="14824472" y="3979894"/>
            <a:ext cx="2243139" cy="4573555"/>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2" name="Rectangle 11">
            <a:extLst>
              <a:ext uri="{FF2B5EF4-FFF2-40B4-BE49-F238E27FC236}">
                <a16:creationId xmlns:a16="http://schemas.microsoft.com/office/drawing/2014/main" id="{F482A021-9E95-513D-4157-2CF720A1AD32}"/>
              </a:ext>
            </a:extLst>
          </p:cNvPr>
          <p:cNvSpPr/>
          <p:nvPr/>
        </p:nvSpPr>
        <p:spPr>
          <a:xfrm>
            <a:off x="10516790" y="6891609"/>
            <a:ext cx="2609850" cy="1522412"/>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2" name="Title 1">
            <a:extLst>
              <a:ext uri="{FF2B5EF4-FFF2-40B4-BE49-F238E27FC236}">
                <a16:creationId xmlns:a16="http://schemas.microsoft.com/office/drawing/2014/main" id="{09A79100-A71A-E7EC-7B5B-9379496F61F9}"/>
              </a:ext>
            </a:extLst>
          </p:cNvPr>
          <p:cNvSpPr>
            <a:spLocks noGrp="1"/>
          </p:cNvSpPr>
          <p:nvPr>
            <p:ph type="title"/>
          </p:nvPr>
        </p:nvSpPr>
        <p:spPr>
          <a:noFill/>
        </p:spPr>
        <p:txBody>
          <a:bodyPr vert="horz" lIns="0" tIns="0" rIns="0" bIns="0" rtlCol="0" anchor="t" anchorCtr="0">
            <a:noAutofit/>
          </a:bodyPr>
          <a:lstStyle/>
          <a:p>
            <a:r>
              <a:rPr lang="en-US" dirty="0"/>
              <a:t>MCP, AI, .NET</a:t>
            </a:r>
          </a:p>
        </p:txBody>
      </p:sp>
      <p:sp>
        <p:nvSpPr>
          <p:cNvPr id="3" name="Slide Number Placeholder 2">
            <a:extLst>
              <a:ext uri="{FF2B5EF4-FFF2-40B4-BE49-F238E27FC236}">
                <a16:creationId xmlns:a16="http://schemas.microsoft.com/office/drawing/2014/main" id="{7FEC0D3D-DA36-2D5F-4236-E18D0B880DE8}"/>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21</a:t>
            </a:fld>
            <a:endParaRPr lang="en-RU" dirty="0"/>
          </a:p>
        </p:txBody>
      </p:sp>
      <p:sp>
        <p:nvSpPr>
          <p:cNvPr id="5" name="Rectangle 4">
            <a:extLst>
              <a:ext uri="{FF2B5EF4-FFF2-40B4-BE49-F238E27FC236}">
                <a16:creationId xmlns:a16="http://schemas.microsoft.com/office/drawing/2014/main" id="{33F76DC2-AF39-D49A-D002-0E5D685AEA2E}"/>
              </a:ext>
            </a:extLst>
          </p:cNvPr>
          <p:cNvSpPr/>
          <p:nvPr/>
        </p:nvSpPr>
        <p:spPr>
          <a:xfrm>
            <a:off x="1555819" y="4725987"/>
            <a:ext cx="2484300" cy="912813"/>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ctr">
              <a:spcAft>
                <a:spcPts val="0"/>
              </a:spcAft>
            </a:pPr>
            <a:r>
              <a:rPr lang="en-US" sz="2400" dirty="0">
                <a:solidFill>
                  <a:schemeClr val="tx1"/>
                </a:solidFill>
              </a:rPr>
              <a:t>Host</a:t>
            </a:r>
          </a:p>
          <a:p>
            <a:pPr algn="ctr">
              <a:spcAft>
                <a:spcPts val="0"/>
              </a:spcAft>
            </a:pPr>
            <a:r>
              <a:rPr lang="en-US" sz="2400" dirty="0">
                <a:solidFill>
                  <a:schemeClr val="tx1"/>
                </a:solidFill>
              </a:rPr>
              <a:t>(VS Code, IDEs)</a:t>
            </a:r>
          </a:p>
        </p:txBody>
      </p:sp>
      <p:sp>
        <p:nvSpPr>
          <p:cNvPr id="6" name="Rectangle 5">
            <a:extLst>
              <a:ext uri="{FF2B5EF4-FFF2-40B4-BE49-F238E27FC236}">
                <a16:creationId xmlns:a16="http://schemas.microsoft.com/office/drawing/2014/main" id="{9751AD96-7A96-DAFA-0505-4631B9DF45C4}"/>
              </a:ext>
            </a:extLst>
          </p:cNvPr>
          <p:cNvSpPr/>
          <p:nvPr/>
        </p:nvSpPr>
        <p:spPr>
          <a:xfrm>
            <a:off x="4457700" y="4725987"/>
            <a:ext cx="2686050" cy="912813"/>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ctr">
              <a:spcAft>
                <a:spcPts val="0"/>
              </a:spcAft>
            </a:pPr>
            <a:r>
              <a:rPr lang="en-US" sz="2400" dirty="0">
                <a:solidFill>
                  <a:schemeClr val="tx1"/>
                </a:solidFill>
              </a:rPr>
              <a:t>Client</a:t>
            </a:r>
          </a:p>
          <a:p>
            <a:pPr algn="ctr">
              <a:spcAft>
                <a:spcPts val="0"/>
              </a:spcAft>
            </a:pPr>
            <a:r>
              <a:rPr lang="en-US" sz="2400" dirty="0">
                <a:solidFill>
                  <a:schemeClr val="tx1"/>
                </a:solidFill>
              </a:rPr>
              <a:t>(GitHub Copilot)</a:t>
            </a:r>
          </a:p>
        </p:txBody>
      </p:sp>
      <p:sp>
        <p:nvSpPr>
          <p:cNvPr id="7" name="Rectangle 6">
            <a:extLst>
              <a:ext uri="{FF2B5EF4-FFF2-40B4-BE49-F238E27FC236}">
                <a16:creationId xmlns:a16="http://schemas.microsoft.com/office/drawing/2014/main" id="{F5D62CF7-3C11-6AAD-08C3-0B3A2B5014F6}"/>
              </a:ext>
            </a:extLst>
          </p:cNvPr>
          <p:cNvSpPr/>
          <p:nvPr/>
        </p:nvSpPr>
        <p:spPr>
          <a:xfrm>
            <a:off x="9089230" y="4879975"/>
            <a:ext cx="2195514"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MCP Server B</a:t>
            </a:r>
          </a:p>
        </p:txBody>
      </p:sp>
      <p:sp>
        <p:nvSpPr>
          <p:cNvPr id="13" name="Flowchart: Magnetic Disk 12">
            <a:extLst>
              <a:ext uri="{FF2B5EF4-FFF2-40B4-BE49-F238E27FC236}">
                <a16:creationId xmlns:a16="http://schemas.microsoft.com/office/drawing/2014/main" id="{3EDBF946-6FD1-E4EA-60BD-6EC52E9C0B67}"/>
              </a:ext>
            </a:extLst>
          </p:cNvPr>
          <p:cNvSpPr/>
          <p:nvPr/>
        </p:nvSpPr>
        <p:spPr>
          <a:xfrm>
            <a:off x="11234738" y="3131742"/>
            <a:ext cx="1681163"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6" name="Flowchart: Magnetic Disk 15">
            <a:extLst>
              <a:ext uri="{FF2B5EF4-FFF2-40B4-BE49-F238E27FC236}">
                <a16:creationId xmlns:a16="http://schemas.microsoft.com/office/drawing/2014/main" id="{B6704CBB-15FB-5B51-D5AF-BA5A6C250238}"/>
              </a:ext>
            </a:extLst>
          </p:cNvPr>
          <p:cNvSpPr/>
          <p:nvPr/>
        </p:nvSpPr>
        <p:spPr>
          <a:xfrm>
            <a:off x="15105459" y="4512472"/>
            <a:ext cx="1681163"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7" name="Flowchart: Magnetic Disk 16">
            <a:extLst>
              <a:ext uri="{FF2B5EF4-FFF2-40B4-BE49-F238E27FC236}">
                <a16:creationId xmlns:a16="http://schemas.microsoft.com/office/drawing/2014/main" id="{3C89D9AC-7662-DCE3-4170-4BD966BFE5E6}"/>
              </a:ext>
            </a:extLst>
          </p:cNvPr>
          <p:cNvSpPr/>
          <p:nvPr/>
        </p:nvSpPr>
        <p:spPr>
          <a:xfrm>
            <a:off x="15459473" y="6957219"/>
            <a:ext cx="1140619"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cxnSp>
        <p:nvCxnSpPr>
          <p:cNvPr id="19" name="Straight Arrow Connector 18">
            <a:extLst>
              <a:ext uri="{FF2B5EF4-FFF2-40B4-BE49-F238E27FC236}">
                <a16:creationId xmlns:a16="http://schemas.microsoft.com/office/drawing/2014/main" id="{EC276F44-AFBC-9B50-FFDB-3FE28C4651FD}"/>
              </a:ext>
            </a:extLst>
          </p:cNvPr>
          <p:cNvCxnSpPr>
            <a:cxnSpLocks/>
            <a:stCxn id="5" idx="3"/>
            <a:endCxn id="6" idx="1"/>
          </p:cNvCxnSpPr>
          <p:nvPr/>
        </p:nvCxnSpPr>
        <p:spPr>
          <a:xfrm>
            <a:off x="4040119" y="5182394"/>
            <a:ext cx="417581"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18DE731-486A-1C4D-D2CF-6C2EB65D9E44}"/>
              </a:ext>
            </a:extLst>
          </p:cNvPr>
          <p:cNvCxnSpPr>
            <a:cxnSpLocks/>
            <a:stCxn id="6" idx="3"/>
            <a:endCxn id="7" idx="1"/>
          </p:cNvCxnSpPr>
          <p:nvPr/>
        </p:nvCxnSpPr>
        <p:spPr>
          <a:xfrm>
            <a:off x="7143750" y="5182394"/>
            <a:ext cx="1945480" cy="79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98F4529-9214-A2AB-96B2-5783A2820CF0}"/>
              </a:ext>
            </a:extLst>
          </p:cNvPr>
          <p:cNvCxnSpPr>
            <a:cxnSpLocks/>
            <a:stCxn id="7" idx="3"/>
            <a:endCxn id="16" idx="2"/>
          </p:cNvCxnSpPr>
          <p:nvPr/>
        </p:nvCxnSpPr>
        <p:spPr>
          <a:xfrm>
            <a:off x="11284744" y="5183188"/>
            <a:ext cx="3820715" cy="1508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667333F-53DF-E2BD-56AB-741300744429}"/>
              </a:ext>
            </a:extLst>
          </p:cNvPr>
          <p:cNvCxnSpPr>
            <a:cxnSpLocks/>
            <a:stCxn id="37" idx="3"/>
            <a:endCxn id="17" idx="2"/>
          </p:cNvCxnSpPr>
          <p:nvPr/>
        </p:nvCxnSpPr>
        <p:spPr>
          <a:xfrm flipV="1">
            <a:off x="12956381" y="7643019"/>
            <a:ext cx="2503092" cy="9796"/>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B5A6D247-52D6-6911-D9DD-9FAE9B0F1DD6}"/>
              </a:ext>
            </a:extLst>
          </p:cNvPr>
          <p:cNvSpPr/>
          <p:nvPr/>
        </p:nvSpPr>
        <p:spPr>
          <a:xfrm>
            <a:off x="10713242" y="7349602"/>
            <a:ext cx="2243139"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Remote Server</a:t>
            </a:r>
          </a:p>
        </p:txBody>
      </p:sp>
      <p:sp>
        <p:nvSpPr>
          <p:cNvPr id="49" name="Rectangle 48">
            <a:extLst>
              <a:ext uri="{FF2B5EF4-FFF2-40B4-BE49-F238E27FC236}">
                <a16:creationId xmlns:a16="http://schemas.microsoft.com/office/drawing/2014/main" id="{3BB8AA9E-65B4-0565-9EB2-C6A10E7D9D63}"/>
              </a:ext>
            </a:extLst>
          </p:cNvPr>
          <p:cNvSpPr/>
          <p:nvPr/>
        </p:nvSpPr>
        <p:spPr>
          <a:xfrm>
            <a:off x="8110537" y="3514329"/>
            <a:ext cx="2195514"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MCP Server A</a:t>
            </a:r>
          </a:p>
        </p:txBody>
      </p:sp>
      <p:cxnSp>
        <p:nvCxnSpPr>
          <p:cNvPr id="50" name="Straight Arrow Connector 49">
            <a:extLst>
              <a:ext uri="{FF2B5EF4-FFF2-40B4-BE49-F238E27FC236}">
                <a16:creationId xmlns:a16="http://schemas.microsoft.com/office/drawing/2014/main" id="{B5F5F8E2-B1AB-0025-1C74-BD18CF484A04}"/>
              </a:ext>
            </a:extLst>
          </p:cNvPr>
          <p:cNvCxnSpPr>
            <a:cxnSpLocks/>
            <a:stCxn id="49" idx="3"/>
            <a:endCxn id="13" idx="2"/>
          </p:cNvCxnSpPr>
          <p:nvPr/>
        </p:nvCxnSpPr>
        <p:spPr>
          <a:xfrm>
            <a:off x="10306051" y="3817542"/>
            <a:ext cx="928687"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E32E4C11-9749-37F9-563B-CEA2D341EA68}"/>
              </a:ext>
            </a:extLst>
          </p:cNvPr>
          <p:cNvSpPr txBox="1"/>
          <p:nvPr/>
        </p:nvSpPr>
        <p:spPr>
          <a:xfrm>
            <a:off x="13444737" y="7490294"/>
            <a:ext cx="120947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Web APIs</a:t>
            </a:r>
          </a:p>
        </p:txBody>
      </p:sp>
      <p:sp>
        <p:nvSpPr>
          <p:cNvPr id="55" name="TextBox 54">
            <a:extLst>
              <a:ext uri="{FF2B5EF4-FFF2-40B4-BE49-F238E27FC236}">
                <a16:creationId xmlns:a16="http://schemas.microsoft.com/office/drawing/2014/main" id="{435E933C-E9AC-056D-5F0F-660C83B5603B}"/>
              </a:ext>
            </a:extLst>
          </p:cNvPr>
          <p:cNvSpPr txBox="1"/>
          <p:nvPr/>
        </p:nvSpPr>
        <p:spPr>
          <a:xfrm>
            <a:off x="12245379" y="5017890"/>
            <a:ext cx="1170782"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Web APIs</a:t>
            </a:r>
          </a:p>
        </p:txBody>
      </p:sp>
      <p:sp>
        <p:nvSpPr>
          <p:cNvPr id="57" name="TextBox 56">
            <a:extLst>
              <a:ext uri="{FF2B5EF4-FFF2-40B4-BE49-F238E27FC236}">
                <a16:creationId xmlns:a16="http://schemas.microsoft.com/office/drawing/2014/main" id="{1AF80357-45B2-4F7F-61AA-97D6CC3CA0F7}"/>
              </a:ext>
            </a:extLst>
          </p:cNvPr>
          <p:cNvSpPr txBox="1"/>
          <p:nvPr/>
        </p:nvSpPr>
        <p:spPr>
          <a:xfrm>
            <a:off x="7435612" y="5017890"/>
            <a:ext cx="142414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a:t>
            </a:r>
          </a:p>
        </p:txBody>
      </p:sp>
      <p:cxnSp>
        <p:nvCxnSpPr>
          <p:cNvPr id="1027" name="Connector: Elbow 1026">
            <a:extLst>
              <a:ext uri="{FF2B5EF4-FFF2-40B4-BE49-F238E27FC236}">
                <a16:creationId xmlns:a16="http://schemas.microsoft.com/office/drawing/2014/main" id="{1D25FB08-30BB-FD60-69C6-4DCDE46A0C6F}"/>
              </a:ext>
            </a:extLst>
          </p:cNvPr>
          <p:cNvCxnSpPr>
            <a:cxnSpLocks/>
            <a:stCxn id="6" idx="2"/>
            <a:endCxn id="12" idx="0"/>
          </p:cNvCxnSpPr>
          <p:nvPr/>
        </p:nvCxnSpPr>
        <p:spPr>
          <a:xfrm rot="16200000" flipH="1">
            <a:off x="8184816" y="3254709"/>
            <a:ext cx="1252809" cy="6020990"/>
          </a:xfrm>
          <a:prstGeom prst="bentConnector3">
            <a:avLst>
              <a:gd name="adj1" fmla="val 50000"/>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F47B7BD-B703-C899-6476-9CB3137B4559}"/>
              </a:ext>
            </a:extLst>
          </p:cNvPr>
          <p:cNvSpPr txBox="1"/>
          <p:nvPr/>
        </p:nvSpPr>
        <p:spPr>
          <a:xfrm>
            <a:off x="9089230" y="6103936"/>
            <a:ext cx="1959770"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 (SSE)</a:t>
            </a:r>
          </a:p>
        </p:txBody>
      </p:sp>
      <p:sp>
        <p:nvSpPr>
          <p:cNvPr id="1029" name="TextBox 1028">
            <a:extLst>
              <a:ext uri="{FF2B5EF4-FFF2-40B4-BE49-F238E27FC236}">
                <a16:creationId xmlns:a16="http://schemas.microsoft.com/office/drawing/2014/main" id="{D0538B36-1F29-A095-6F33-01B8222FC693}"/>
              </a:ext>
            </a:extLst>
          </p:cNvPr>
          <p:cNvSpPr txBox="1"/>
          <p:nvPr/>
        </p:nvSpPr>
        <p:spPr>
          <a:xfrm>
            <a:off x="15363827" y="7521840"/>
            <a:ext cx="1331912" cy="747907"/>
          </a:xfrm>
          <a:prstGeom prst="rect">
            <a:avLst/>
          </a:prstGeom>
          <a:noFill/>
        </p:spPr>
        <p:txBody>
          <a:bodyPr wrap="none" lIns="0" tIns="0" rIns="0" bIns="0" rtlCol="0">
            <a:noAutofit/>
          </a:bodyPr>
          <a:lstStyle/>
          <a:p>
            <a:pPr algn="ctr"/>
            <a:r>
              <a:rPr lang="en-US" sz="2000" dirty="0"/>
              <a:t>Remote </a:t>
            </a:r>
          </a:p>
          <a:p>
            <a:pPr algn="ctr"/>
            <a:r>
              <a:rPr lang="en-US" sz="2000" dirty="0"/>
              <a:t>Service C</a:t>
            </a:r>
          </a:p>
        </p:txBody>
      </p:sp>
      <p:sp>
        <p:nvSpPr>
          <p:cNvPr id="1030" name="TextBox 1029">
            <a:extLst>
              <a:ext uri="{FF2B5EF4-FFF2-40B4-BE49-F238E27FC236}">
                <a16:creationId xmlns:a16="http://schemas.microsoft.com/office/drawing/2014/main" id="{B08C1E4C-94B7-0516-7532-D7CEBBBF4882}"/>
              </a:ext>
            </a:extLst>
          </p:cNvPr>
          <p:cNvSpPr txBox="1"/>
          <p:nvPr/>
        </p:nvSpPr>
        <p:spPr>
          <a:xfrm>
            <a:off x="15280084" y="5035751"/>
            <a:ext cx="1331912" cy="747907"/>
          </a:xfrm>
          <a:prstGeom prst="rect">
            <a:avLst/>
          </a:prstGeom>
          <a:noFill/>
        </p:spPr>
        <p:txBody>
          <a:bodyPr wrap="none" lIns="0" tIns="0" rIns="0" bIns="0" rtlCol="0">
            <a:noAutofit/>
          </a:bodyPr>
          <a:lstStyle/>
          <a:p>
            <a:pPr algn="ctr"/>
            <a:r>
              <a:rPr lang="en-US" sz="2000" dirty="0"/>
              <a:t>Local</a:t>
            </a:r>
          </a:p>
          <a:p>
            <a:pPr algn="ctr"/>
            <a:r>
              <a:rPr lang="en-US" sz="2000" dirty="0"/>
              <a:t>Data Source B</a:t>
            </a:r>
          </a:p>
        </p:txBody>
      </p:sp>
      <p:sp>
        <p:nvSpPr>
          <p:cNvPr id="1033" name="TextBox 1032">
            <a:extLst>
              <a:ext uri="{FF2B5EF4-FFF2-40B4-BE49-F238E27FC236}">
                <a16:creationId xmlns:a16="http://schemas.microsoft.com/office/drawing/2014/main" id="{A1F754B0-7863-B95D-4DDC-B11B32780B08}"/>
              </a:ext>
            </a:extLst>
          </p:cNvPr>
          <p:cNvSpPr txBox="1"/>
          <p:nvPr/>
        </p:nvSpPr>
        <p:spPr>
          <a:xfrm>
            <a:off x="11409363" y="3675168"/>
            <a:ext cx="1331912" cy="747907"/>
          </a:xfrm>
          <a:prstGeom prst="rect">
            <a:avLst/>
          </a:prstGeom>
          <a:noFill/>
        </p:spPr>
        <p:txBody>
          <a:bodyPr wrap="none" lIns="0" tIns="0" rIns="0" bIns="0" rtlCol="0">
            <a:noAutofit/>
          </a:bodyPr>
          <a:lstStyle/>
          <a:p>
            <a:pPr algn="ctr"/>
            <a:r>
              <a:rPr lang="en-US" sz="2000" dirty="0"/>
              <a:t>Local</a:t>
            </a:r>
          </a:p>
          <a:p>
            <a:pPr algn="ctr"/>
            <a:r>
              <a:rPr lang="en-US" sz="2000" dirty="0"/>
              <a:t>Data Source A</a:t>
            </a:r>
          </a:p>
        </p:txBody>
      </p:sp>
      <p:cxnSp>
        <p:nvCxnSpPr>
          <p:cNvPr id="1034" name="Connector: Elbow 1033">
            <a:extLst>
              <a:ext uri="{FF2B5EF4-FFF2-40B4-BE49-F238E27FC236}">
                <a16:creationId xmlns:a16="http://schemas.microsoft.com/office/drawing/2014/main" id="{84232F01-E189-16CC-94A3-8BD39D0C6D03}"/>
              </a:ext>
            </a:extLst>
          </p:cNvPr>
          <p:cNvCxnSpPr>
            <a:cxnSpLocks/>
            <a:stCxn id="6" idx="0"/>
            <a:endCxn id="49" idx="1"/>
          </p:cNvCxnSpPr>
          <p:nvPr/>
        </p:nvCxnSpPr>
        <p:spPr>
          <a:xfrm rot="5400000" flipH="1" flipV="1">
            <a:off x="6501409" y="3116859"/>
            <a:ext cx="908445" cy="2309812"/>
          </a:xfrm>
          <a:prstGeom prst="bentConnector2">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471211C4-C12F-5611-999D-17CF3941A581}"/>
              </a:ext>
            </a:extLst>
          </p:cNvPr>
          <p:cNvSpPr txBox="1"/>
          <p:nvPr/>
        </p:nvSpPr>
        <p:spPr>
          <a:xfrm>
            <a:off x="6300708" y="3657520"/>
            <a:ext cx="142414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a:t>
            </a:r>
          </a:p>
        </p:txBody>
      </p:sp>
      <p:sp>
        <p:nvSpPr>
          <p:cNvPr id="1037" name="TextBox 1036">
            <a:extLst>
              <a:ext uri="{FF2B5EF4-FFF2-40B4-BE49-F238E27FC236}">
                <a16:creationId xmlns:a16="http://schemas.microsoft.com/office/drawing/2014/main" id="{6CF4C0E4-07E4-0ADA-A988-3AA2F9D0EABF}"/>
              </a:ext>
            </a:extLst>
          </p:cNvPr>
          <p:cNvSpPr txBox="1"/>
          <p:nvPr/>
        </p:nvSpPr>
        <p:spPr>
          <a:xfrm>
            <a:off x="11135520" y="6891609"/>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Remote</a:t>
            </a:r>
          </a:p>
        </p:txBody>
      </p:sp>
      <p:sp>
        <p:nvSpPr>
          <p:cNvPr id="1038" name="TextBox 1037">
            <a:extLst>
              <a:ext uri="{FF2B5EF4-FFF2-40B4-BE49-F238E27FC236}">
                <a16:creationId xmlns:a16="http://schemas.microsoft.com/office/drawing/2014/main" id="{D9EFCADF-7E55-7559-60E4-8FD621CC2915}"/>
              </a:ext>
            </a:extLst>
          </p:cNvPr>
          <p:cNvSpPr txBox="1"/>
          <p:nvPr/>
        </p:nvSpPr>
        <p:spPr>
          <a:xfrm>
            <a:off x="6732656" y="2788422"/>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Your computer</a:t>
            </a:r>
          </a:p>
        </p:txBody>
      </p:sp>
      <p:sp>
        <p:nvSpPr>
          <p:cNvPr id="1045" name="TextBox 1044">
            <a:extLst>
              <a:ext uri="{FF2B5EF4-FFF2-40B4-BE49-F238E27FC236}">
                <a16:creationId xmlns:a16="http://schemas.microsoft.com/office/drawing/2014/main" id="{AA2AF4B9-13F0-BD2D-01D5-AC5FEC79E48F}"/>
              </a:ext>
            </a:extLst>
          </p:cNvPr>
          <p:cNvSpPr txBox="1"/>
          <p:nvPr/>
        </p:nvSpPr>
        <p:spPr>
          <a:xfrm>
            <a:off x="15239206" y="4012550"/>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Internet</a:t>
            </a:r>
          </a:p>
        </p:txBody>
      </p:sp>
    </p:spTree>
    <p:extLst>
      <p:ext uri="{BB962C8B-B14F-4D97-AF65-F5344CB8AC3E}">
        <p14:creationId xmlns:p14="http://schemas.microsoft.com/office/powerpoint/2010/main" val="3842136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72F0A-6ED9-0D5C-3A39-2E2BBBEAE408}"/>
              </a:ext>
            </a:extLst>
          </p:cNvPr>
          <p:cNvSpPr>
            <a:spLocks noGrp="1"/>
          </p:cNvSpPr>
          <p:nvPr>
            <p:ph type="title"/>
          </p:nvPr>
        </p:nvSpPr>
        <p:spPr/>
        <p:txBody>
          <a:bodyPr/>
          <a:lstStyle/>
          <a:p>
            <a:r>
              <a:rPr lang="en-US" dirty="0"/>
              <a:t>.NET MAUI 10</a:t>
            </a:r>
          </a:p>
        </p:txBody>
      </p:sp>
      <p:sp>
        <p:nvSpPr>
          <p:cNvPr id="3" name="Slide Number Placeholder 2">
            <a:extLst>
              <a:ext uri="{FF2B5EF4-FFF2-40B4-BE49-F238E27FC236}">
                <a16:creationId xmlns:a16="http://schemas.microsoft.com/office/drawing/2014/main" id="{43C2318B-6944-B7E6-A92C-7CDE82F8555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22</a:t>
            </a:fld>
            <a:endParaRPr lang="en-RU" dirty="0"/>
          </a:p>
        </p:txBody>
      </p:sp>
      <p:sp>
        <p:nvSpPr>
          <p:cNvPr id="4" name="Content Placeholder 3">
            <a:extLst>
              <a:ext uri="{FF2B5EF4-FFF2-40B4-BE49-F238E27FC236}">
                <a16:creationId xmlns:a16="http://schemas.microsoft.com/office/drawing/2014/main" id="{49A8F87D-4E4A-41DB-85AA-2B63518CD1EE}"/>
              </a:ext>
            </a:extLst>
          </p:cNvPr>
          <p:cNvSpPr>
            <a:spLocks noGrp="1"/>
          </p:cNvSpPr>
          <p:nvPr>
            <p:ph sz="quarter" idx="10"/>
          </p:nvPr>
        </p:nvSpPr>
        <p:spPr/>
        <p:txBody>
          <a:bodyPr/>
          <a:lstStyle/>
          <a:p>
            <a:pPr marL="342900" indent="-342900">
              <a:buFontTx/>
              <a:buChar char="-"/>
            </a:pPr>
            <a:r>
              <a:rPr lang="en-US" dirty="0"/>
              <a:t>Updates STS, LTS</a:t>
            </a:r>
          </a:p>
          <a:p>
            <a:pPr marL="342900" indent="-342900">
              <a:buFontTx/>
              <a:buChar char="-"/>
            </a:pPr>
            <a:r>
              <a:rPr lang="en-US" dirty="0" err="1"/>
              <a:t>Whats’</a:t>
            </a:r>
            <a:r>
              <a:rPr lang="en-US" dirty="0"/>
              <a:t> new</a:t>
            </a:r>
          </a:p>
          <a:p>
            <a:pPr marL="342900" indent="-342900">
              <a:buFontTx/>
              <a:buChar char="-"/>
            </a:pPr>
            <a:r>
              <a:rPr lang="en-US" dirty="0"/>
              <a:t>testing</a:t>
            </a:r>
          </a:p>
        </p:txBody>
      </p:sp>
    </p:spTree>
    <p:extLst>
      <p:ext uri="{BB962C8B-B14F-4D97-AF65-F5344CB8AC3E}">
        <p14:creationId xmlns:p14="http://schemas.microsoft.com/office/powerpoint/2010/main" val="16779558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C2288-325D-430A-A275-E91A43D446D9}"/>
              </a:ext>
            </a:extLst>
          </p:cNvPr>
          <p:cNvSpPr>
            <a:spLocks noGrp="1"/>
          </p:cNvSpPr>
          <p:nvPr>
            <p:ph type="title"/>
          </p:nvPr>
        </p:nvSpPr>
        <p:spPr>
          <a:noFill/>
        </p:spPr>
        <p:txBody>
          <a:bodyPr vert="horz" lIns="0" tIns="0" rIns="0" bIns="0" rtlCol="0" anchor="t" anchorCtr="0">
            <a:noAutofit/>
          </a:bodyPr>
          <a:lstStyle/>
          <a:p>
            <a:r>
              <a:rPr lang="en-US" dirty="0"/>
              <a:t>Links and Samples</a:t>
            </a:r>
          </a:p>
        </p:txBody>
      </p:sp>
      <p:sp>
        <p:nvSpPr>
          <p:cNvPr id="3" name="Slide Number Placeholder 2">
            <a:extLst>
              <a:ext uri="{FF2B5EF4-FFF2-40B4-BE49-F238E27FC236}">
                <a16:creationId xmlns:a16="http://schemas.microsoft.com/office/drawing/2014/main" id="{9900E9C6-7B92-4D5F-A5EE-31F69C56C54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23</a:t>
            </a:fld>
            <a:endParaRPr lang="en-RU" dirty="0"/>
          </a:p>
        </p:txBody>
      </p:sp>
      <p:sp>
        <p:nvSpPr>
          <p:cNvPr id="4" name="Content Placeholder 3">
            <a:extLst>
              <a:ext uri="{FF2B5EF4-FFF2-40B4-BE49-F238E27FC236}">
                <a16:creationId xmlns:a16="http://schemas.microsoft.com/office/drawing/2014/main" id="{03D18E1A-C40A-4619-A34E-ECF1CAC98967}"/>
              </a:ext>
            </a:extLst>
          </p:cNvPr>
          <p:cNvSpPr>
            <a:spLocks noGrp="1"/>
          </p:cNvSpPr>
          <p:nvPr>
            <p:ph sz="quarter" idx="10"/>
          </p:nvPr>
        </p:nvSpPr>
        <p:spPr/>
        <p:txBody>
          <a:bodyPr vert="horz" lIns="0" tIns="0" rIns="0" bIns="0" rtlCol="0">
            <a:noAutofit/>
          </a:bodyPr>
          <a:lstStyle/>
          <a:p>
            <a:pPr marL="457200" indent="-457200">
              <a:buFont typeface="Arial" panose="020B0604020202020204" pitchFamily="34" charset="0"/>
              <a:buChar char="•"/>
            </a:pPr>
            <a:r>
              <a:rPr lang="en-US" sz="2800">
                <a:hlinkClick r:id="rId2">
                  <a:extLst>
                    <a:ext uri="{A12FA001-AC4F-418D-AE19-62706E023703}">
                      <ahyp:hlinkClr xmlns:ahyp="http://schemas.microsoft.com/office/drawing/2018/hyperlinkcolor" val="tx"/>
                    </a:ext>
                  </a:extLst>
                </a:hlinkClick>
              </a:rPr>
              <a:t>.</a:t>
            </a:r>
            <a:r>
              <a:rPr lang="en-US" sz="2800" dirty="0">
                <a:hlinkClick r:id="rId2">
                  <a:extLst>
                    <a:ext uri="{A12FA001-AC4F-418D-AE19-62706E023703}">
                      <ahyp:hlinkClr xmlns:ahyp="http://schemas.microsoft.com/office/drawing/2018/hyperlinkcolor" val="tx"/>
                    </a:ext>
                  </a:extLst>
                </a:hlinkClick>
              </a:rPr>
              <a:t>NET 9 Overview</a:t>
            </a:r>
            <a:endParaRPr lang="en-US" sz="2800" dirty="0"/>
          </a:p>
          <a:p>
            <a:pPr marL="457200" indent="-457200">
              <a:buFont typeface="Arial" panose="020B0604020202020204" pitchFamily="34" charset="0"/>
              <a:buChar char="•"/>
            </a:pPr>
            <a:r>
              <a:rPr lang="en-US" sz="2800" dirty="0">
                <a:hlinkClick r:id="rId3">
                  <a:extLst>
                    <a:ext uri="{A12FA001-AC4F-418D-AE19-62706E023703}">
                      <ahyp:hlinkClr xmlns:ahyp="http://schemas.microsoft.com/office/drawing/2018/hyperlinkcolor" val="tx"/>
                    </a:ext>
                  </a:extLst>
                </a:hlinkClick>
              </a:rPr>
              <a:t>.NET Aspire docs</a:t>
            </a:r>
            <a:endParaRPr lang="en-US" sz="2800" dirty="0"/>
          </a:p>
          <a:p>
            <a:pPr marL="457200" indent="-457200">
              <a:buFont typeface="Arial" panose="020B0604020202020204" pitchFamily="34" charset="0"/>
              <a:buChar char="•"/>
            </a:pPr>
            <a:r>
              <a:rPr lang="en-US" sz="2800" dirty="0">
                <a:hlinkClick r:id="rId4">
                  <a:extLst>
                    <a:ext uri="{A12FA001-AC4F-418D-AE19-62706E023703}">
                      <ahyp:hlinkClr xmlns:ahyp="http://schemas.microsoft.com/office/drawing/2018/hyperlinkcolor" val="tx"/>
                    </a:ext>
                  </a:extLst>
                </a:hlinkClick>
              </a:rPr>
              <a:t>.NET AI Overview</a:t>
            </a:r>
            <a:endParaRPr lang="en-US" sz="2800" dirty="0"/>
          </a:p>
        </p:txBody>
      </p:sp>
    </p:spTree>
    <p:extLst>
      <p:ext uri="{BB962C8B-B14F-4D97-AF65-F5344CB8AC3E}">
        <p14:creationId xmlns:p14="http://schemas.microsoft.com/office/powerpoint/2010/main" val="2695296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 name="THINKCELLPRESENTATIONDONOTDELETE" val="&lt;?xml version=&quot;1.0&quot; encoding=&quot;UTF-16&quot; standalone=&quot;yes&quot;?&gt;&lt;root reqver=&quot;27037&quot;&gt;&lt;version val=&quot;32840&quot;/&gt;&lt;CPresentation id=&quot;1&quot;&gt;&lt;m_precDefaultNumber&gt;&lt;m_bNumberIsYear val=&quot;1&quot;/&gt;&lt;m_chMinusSymbol&gt;-&lt;/m_chMinusSymbol&gt;&lt;m_chDecimalSymbol17909&gt;,&lt;/m_chDecimalSymbol17909&gt;&lt;m_nGroupingDigits17909 val=&quot;3&quot;/&gt;&lt;m_chGroupingSymbol17909&gt; &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 &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8&quot;&gt;&lt;elem m_fUsage=&quot;1.54688769900000022695E+00&quot;&gt;&lt;m_msothmcolidx val=&quot;0&quot;/&gt;&lt;m_rgb r=&quot;6E&quot; g=&quot;E6&quot; b=&quot;E3&quot;/&gt;&lt;/elem&gt;&lt;elem m_fUsage=&quot;1.53144100000000005224E+00&quot;&gt;&lt;m_msothmcolidx val=&quot;0&quot;/&gt;&lt;m_rgb r=&quot;C0&quot; g=&quot;BF&quot; b=&quot;C2&quot;/&gt;&lt;/elem&gt;&lt;elem m_fUsage=&quot;1.37829690000000004702E+00&quot;&gt;&lt;m_msothmcolidx val=&quot;0&quot;/&gt;&lt;m_rgb r=&quot;66&quot; g=&quot;C7&quot; b=&quot;FF&quot;/&gt;&lt;/elem&gt;&lt;elem m_fUsage=&quot;1.00477844009999994768E+00&quot;&gt;&lt;m_msothmcolidx val=&quot;0&quot;/&gt;&lt;m_rgb r=&quot;EA&quot; g=&quot;57&quot; b=&quot;9A&quot;/&gt;&lt;/elem&gt;&lt;elem m_fUsage=&quot;9.04300596090000019522E-01&quot;&gt;&lt;m_msothmcolidx val=&quot;0&quot;/&gt;&lt;m_rgb r=&quot;00&quot; g=&quot;AE&quot; b=&quot;AA&quot;/&gt;&lt;/elem&gt;&lt;elem m_fUsage=&quot;8.10000000000000053291E-01&quot;&gt;&lt;m_msothmcolidx val=&quot;0&quot;/&gt;&lt;m_rgb r=&quot;F7&quot; g=&quot;CB&quot; b=&quot;E0&quot;/&gt;&lt;/elem&gt;&lt;elem m_fUsage=&quot;2.82429536481000165171E-01&quot;&gt;&lt;m_msothmcolidx val=&quot;0&quot;/&gt;&lt;m_rgb r=&quot;FB&quot; g=&quot;58&quot; b=&quot;88&quot;/&gt;&lt;/elem&gt;&lt;elem m_fUsage=&quot;2.54186582832900132001E-01&quot;&gt;&lt;m_msothmcolidx val=&quot;0&quot;/&gt;&lt;m_rgb r=&quot;75&quot; g=&quot;D4&quot; b=&quot;94&quot;/&gt;&lt;/elem&gt;&lt;/m_vecMRU&gt;&lt;/m_mruColor&gt;&lt;m_eweekdayFirstOfWeek val=&quot;2&quot;/&gt;&lt;m_eweekdayFirstOfWorkweek val=&quot;2&quot;/&gt;&lt;m_eweekdayFirstOfWeekend val=&quot;7&quot;/&gt;&lt;/CPresentation&gt;&lt;/root&gt;"/>
</p:tagLst>
</file>

<file path=ppt/theme/theme1.xml><?xml version="1.0" encoding="utf-8"?>
<a:theme xmlns:a="http://schemas.openxmlformats.org/drawingml/2006/main" name="Corporate-2022">
  <a:themeElements>
    <a:clrScheme name="DataArt Presentations">
      <a:dk1>
        <a:srgbClr val="333332"/>
      </a:dk1>
      <a:lt1>
        <a:srgbClr val="FFFFFF"/>
      </a:lt1>
      <a:dk2>
        <a:srgbClr val="333332"/>
      </a:dk2>
      <a:lt2>
        <a:srgbClr val="FFDE55"/>
      </a:lt2>
      <a:accent1>
        <a:srgbClr val="53CFF8"/>
      </a:accent1>
      <a:accent2>
        <a:srgbClr val="2BC6BF"/>
      </a:accent2>
      <a:accent3>
        <a:srgbClr val="F0503C"/>
      </a:accent3>
      <a:accent4>
        <a:srgbClr val="70529F"/>
      </a:accent4>
      <a:accent5>
        <a:srgbClr val="FFB133"/>
      </a:accent5>
      <a:accent6>
        <a:srgbClr val="284086"/>
      </a:accent6>
      <a:hlink>
        <a:srgbClr val="53CFF8"/>
      </a:hlink>
      <a:folHlink>
        <a:srgbClr val="70529F"/>
      </a:folHlink>
    </a:clrScheme>
    <a:fontScheme name="Corporate-2021">
      <a:majorFont>
        <a:latin typeface="DA_FuturaPT Light"/>
        <a:ea typeface=""/>
        <a:cs typeface=""/>
      </a:majorFont>
      <a:minorFont>
        <a:latin typeface="DA_FuturaPT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lIns="288000" tIns="288000" rIns="216000" bIns="288000" rtlCol="0" anchor="ctr"/>
      <a:lstStyle>
        <a:defPPr algn="l">
          <a:spcAft>
            <a:spcPts val="0"/>
          </a:spcAft>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noAutofit/>
      </a:bodyPr>
      <a:lstStyle>
        <a:defPPr algn="l">
          <a:spcAft>
            <a:spcPts val="1200"/>
          </a:spcAft>
          <a:defRPr sz="2400" dirty="0" smtClean="0"/>
        </a:defPPr>
      </a:lstStyle>
    </a:txDef>
  </a:objectDefaults>
  <a:extraClrSchemeLst/>
  <a:extLst>
    <a:ext uri="{05A4C25C-085E-4340-85A3-A5531E510DB2}">
      <thm15:themeFamily xmlns:thm15="http://schemas.microsoft.com/office/thememl/2012/main" name="Template futura_updated" id="{8D1B57A3-C1FD-544C-9FDC-1AF023D039E4}" vid="{E9CF16DA-DE47-3946-8885-9F3146B22AB5}"/>
    </a:ext>
  </a:extLst>
</a:theme>
</file>

<file path=ppt/theme/theme2.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Документ" ma:contentTypeID="0x0101004C53B6EC75545445A23B6CAF1AE71915" ma:contentTypeVersion="14" ma:contentTypeDescription="Создание документа." ma:contentTypeScope="" ma:versionID="e634fad02f95a413cda2dd8948ac0b56">
  <xsd:schema xmlns:xsd="http://www.w3.org/2001/XMLSchema" xmlns:xs="http://www.w3.org/2001/XMLSchema" xmlns:p="http://schemas.microsoft.com/office/2006/metadata/properties" xmlns:ns2="0e59743f-d6a9-4734-8e8b-91b7328f980d" xmlns:ns3="17b44ce8-d3af-4cc2-85db-89385f1ecc30" targetNamespace="http://schemas.microsoft.com/office/2006/metadata/properties" ma:root="true" ma:fieldsID="1ec1dee5b1aa0753e113a2d70166e310" ns2:_="" ns3:_="">
    <xsd:import namespace="0e59743f-d6a9-4734-8e8b-91b7328f980d"/>
    <xsd:import namespace="17b44ce8-d3af-4cc2-85db-89385f1ecc3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3:SharedWithUsers" minOccurs="0"/>
                <xsd:element ref="ns3:SharedWithDetails" minOccurs="0"/>
                <xsd:element ref="ns2:MediaLengthInSeconds" minOccurs="0"/>
                <xsd:element ref="ns2:DSGN_x002d_19090_x0418__x043a__x043e__x043d__x043a__x0430__x0434__x043b__x044f__x0417__x0430__x0440__x0430__x0431__x0430__x0442__x044b__x0432__x0430__x0439__x0442__x0435__x0441_Ozon_x0432__x043a__x0430__x0442__x0430__x043b__x043e__x0433__x0435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59743f-d6a9-4734-8e8b-91b7328f98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DSGN_x002d_19090_x0418__x043a__x043e__x043d__x043a__x0430__x0434__x043b__x044f__x0417__x0430__x0440__x0430__x0431__x0430__x0442__x044b__x0432__x0430__x0439__x0442__x0435__x0441_Ozon_x0432__x043a__x0430__x0442__x0430__x043b__x043e__x0433__x0435_" ma:index="21" nillable="true" ma:displayName="DSGN-19090 Иконка для Зарабатывайте с Ozon в каталоге" ma:format="Dropdown" ma:internalName="DSGN_x002d_19090_x0418__x043a__x043e__x043d__x043a__x0430__x0434__x043b__x044f__x0417__x0430__x0440__x0430__x0431__x0430__x0442__x044b__x0432__x0430__x0439__x0442__x0435__x0441_Ozon_x0432__x043a__x0430__x0442__x0430__x043b__x043e__x0433__x0435_">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7b44ce8-d3af-4cc2-85db-89385f1ecc30" elementFormDefault="qualified">
    <xsd:import namespace="http://schemas.microsoft.com/office/2006/documentManagement/types"/>
    <xsd:import namespace="http://schemas.microsoft.com/office/infopath/2007/PartnerControls"/>
    <xsd:element name="SharedWithUsers" ma:index="18" nillable="true" ma:displayName="Общий доступ с использованием"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Совместно с подробностями"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Тип контента"/>
        <xsd:element ref="dc:title" minOccurs="0" maxOccurs="1" ma:index="4" ma:displayName="Название"/>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DSGN_x002d_19090_x0418__x043a__x043e__x043d__x043a__x0430__x0434__x043b__x044f__x0417__x0430__x0440__x0430__x0431__x0430__x0442__x044b__x0432__x0430__x0439__x0442__x0435__x0441_Ozon_x0432__x043a__x0430__x0442__x0430__x043b__x043e__x0433__x0435_ xmlns="0e59743f-d6a9-4734-8e8b-91b7328f980d" xsi:nil="true"/>
  </documentManagement>
</p:properties>
</file>

<file path=customXml/itemProps1.xml><?xml version="1.0" encoding="utf-8"?>
<ds:datastoreItem xmlns:ds="http://schemas.openxmlformats.org/officeDocument/2006/customXml" ds:itemID="{BF72DD95-5EE4-4211-9122-2A9AB6CB6B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59743f-d6a9-4734-8e8b-91b7328f980d"/>
    <ds:schemaRef ds:uri="17b44ce8-d3af-4cc2-85db-89385f1ecc3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FA1D67-D5D5-4B5F-AA3B-489EC90F50FC}">
  <ds:schemaRefs>
    <ds:schemaRef ds:uri="http://schemas.microsoft.com/sharepoint/v3/contenttype/forms"/>
  </ds:schemaRefs>
</ds:datastoreItem>
</file>

<file path=customXml/itemProps3.xml><?xml version="1.0" encoding="utf-8"?>
<ds:datastoreItem xmlns:ds="http://schemas.openxmlformats.org/officeDocument/2006/customXml" ds:itemID="{250A2251-5D7E-48BD-811C-1895383C38B9}">
  <ds:schemaRefs>
    <ds:schemaRef ds:uri="http://schemas.microsoft.com/office/2006/documentManagement/types"/>
    <ds:schemaRef ds:uri="0e59743f-d6a9-4734-8e8b-91b7328f980d"/>
    <ds:schemaRef ds:uri="17b44ce8-d3af-4cc2-85db-89385f1ecc30"/>
    <ds:schemaRef ds:uri="http://schemas.microsoft.com/office/infopath/2007/PartnerControls"/>
    <ds:schemaRef ds:uri="http://schemas.openxmlformats.org/package/2006/metadata/core-properties"/>
    <ds:schemaRef ds:uri="http://purl.org/dc/terms/"/>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DataArt-PowerPoint-Template-Futura-2023</Template>
  <TotalTime>2599</TotalTime>
  <Words>3064</Words>
  <Application>Microsoft Office PowerPoint</Application>
  <PresentationFormat>Custom</PresentationFormat>
  <Paragraphs>371</Paragraphs>
  <Slides>23</Slides>
  <Notes>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23</vt:i4>
      </vt:variant>
    </vt:vector>
  </HeadingPairs>
  <TitlesOfParts>
    <vt:vector size="33" baseType="lpstr">
      <vt:lpstr>-apple-system</vt:lpstr>
      <vt:lpstr>Arial</vt:lpstr>
      <vt:lpstr>Calibri</vt:lpstr>
      <vt:lpstr>DA_FuturaPT Book</vt:lpstr>
      <vt:lpstr>DA_FuturaPT Demi</vt:lpstr>
      <vt:lpstr>DA_FuturaPT Light</vt:lpstr>
      <vt:lpstr>DA_FuturaPT Medium</vt:lpstr>
      <vt:lpstr>Poppins</vt:lpstr>
      <vt:lpstr>Segoe UI</vt:lpstr>
      <vt:lpstr>Corporate-2022</vt:lpstr>
      <vt:lpstr>PowerPoint Presentation</vt:lpstr>
      <vt:lpstr>PowerPoint Presentation</vt:lpstr>
      <vt:lpstr>AI-Friendly Calendar!</vt:lpstr>
      <vt:lpstr>Overview of .NET 10</vt:lpstr>
      <vt:lpstr>C# 14</vt:lpstr>
      <vt:lpstr>C# 14</vt:lpstr>
      <vt:lpstr>PowerPoint Presentation</vt:lpstr>
      <vt:lpstr>PowerPoint Presentation</vt:lpstr>
      <vt:lpstr>PowerPoint Presentation</vt:lpstr>
      <vt:lpstr>PowerPoint Presentation</vt:lpstr>
      <vt:lpstr>PowerPoint Presentation</vt:lpstr>
      <vt:lpstr>PowerPoint Presentation</vt:lpstr>
      <vt:lpstr>Templates</vt:lpstr>
      <vt:lpstr>Overview of ASPIRE</vt:lpstr>
      <vt:lpstr>Overview of ASPIRE</vt:lpstr>
      <vt:lpstr>Visual Studio 2026</vt:lpstr>
      <vt:lpstr>PowerPoint Presentation</vt:lpstr>
      <vt:lpstr>AI Profiler</vt:lpstr>
      <vt:lpstr>Artificial Intelligence and .NET</vt:lpstr>
      <vt:lpstr>Artificial Intelligence and .NET</vt:lpstr>
      <vt:lpstr>MCP, AI, .NET</vt:lpstr>
      <vt:lpstr>.NET MAUI 10</vt:lpstr>
      <vt:lpstr>Links and Samples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Ростислав Ярославович Скрипник</dc:creator>
  <cp:lastModifiedBy>Антонюк Владислав Андрійович</cp:lastModifiedBy>
  <cp:revision>64</cp:revision>
  <dcterms:created xsi:type="dcterms:W3CDTF">2025-06-11T08:20:04Z</dcterms:created>
  <dcterms:modified xsi:type="dcterms:W3CDTF">2025-10-28T15:32:43Z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0x0101004C53B6EC75545445A23B6CAF1AE71915</vt:lpwstr>
  </property>
</Properties>
</file>